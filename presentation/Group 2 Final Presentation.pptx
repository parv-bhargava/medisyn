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5" r:id="rId4"/>
    <p:sldId id="268" r:id="rId5"/>
    <p:sldId id="263" r:id="rId6"/>
    <p:sldId id="262" r:id="rId7"/>
    <p:sldId id="264" r:id="rId8"/>
    <p:sldId id="271" r:id="rId9"/>
    <p:sldId id="260" r:id="rId10"/>
    <p:sldId id="269" r:id="rId11"/>
    <p:sldId id="259" r:id="rId12"/>
    <p:sldId id="270" r:id="rId13"/>
    <p:sldId id="272" r:id="rId14"/>
    <p:sldId id="261" r:id="rId15"/>
    <p:sldId id="273" r:id="rId16"/>
    <p:sldId id="274" r:id="rId17"/>
    <p:sldId id="277" r:id="rId18"/>
    <p:sldId id="278" r:id="rId19"/>
    <p:sldId id="281" r:id="rId20"/>
    <p:sldId id="279" r:id="rId21"/>
    <p:sldId id="275" r:id="rId22"/>
    <p:sldId id="276" r:id="rId23"/>
    <p:sldId id="282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5E5E"/>
    <a:srgbClr val="E9F0ED"/>
    <a:srgbClr val="ABCCBB"/>
    <a:srgbClr val="9AB8A8"/>
    <a:srgbClr val="E9EDF0"/>
    <a:srgbClr val="82C6E8"/>
    <a:srgbClr val="A6D5ED"/>
    <a:srgbClr val="3D9CE0"/>
    <a:srgbClr val="2EA2E6"/>
    <a:srgbClr val="C4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6850F-00BD-D198-4EA7-0E7B1E955037}" v="1" dt="2025-04-29T20:18:27.784"/>
    <p1510:client id="{4EABABA7-FEDE-9D0F-ADEF-E4EEE3334B1A}" v="166" dt="2025-04-29T17:06:24.584"/>
    <p1510:client id="{547EF0E6-4385-1084-9C7B-0465538F1EB4}" v="1135" dt="2025-04-28T16:20:15.591"/>
    <p1510:client id="{65810595-814C-C095-A198-96BE74625333}" v="1633" dt="2025-04-29T20:29:53.710"/>
    <p1510:client id="{8BCA3B19-EA1A-2E55-2D74-6959E8291F4F}" v="2536" dt="2025-04-28T17:46:25.730"/>
    <p1510:client id="{D64BACE7-F608-7CC4-0D55-474FFFBE8C4E}" v="2" dt="2025-04-29T03:14:46.098"/>
    <p1510:client id="{FD086AD1-147A-CE70-C0DE-28A0E33D6034}" v="678" dt="2025-04-28T14:38:57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22D2E9-6EA3-485A-BAEC-D47BFE75E25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B69FD9-13C6-4FB1-AAFA-8BFBEEC307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Interprofessional Education (IPE) is a collaborative approach that brings together students from various disciplines to learn collaboratively, aiming to enhance teamwork.</a:t>
          </a:r>
        </a:p>
      </dgm:t>
    </dgm:pt>
    <dgm:pt modelId="{0F4D91DB-2ACB-422E-B7C5-623DE88F61EE}" type="parTrans" cxnId="{5BA86345-1D21-4117-8D4F-3AAF01C9C571}">
      <dgm:prSet/>
      <dgm:spPr/>
      <dgm:t>
        <a:bodyPr/>
        <a:lstStyle/>
        <a:p>
          <a:endParaRPr lang="en-US"/>
        </a:p>
      </dgm:t>
    </dgm:pt>
    <dgm:pt modelId="{9A9A36FB-F324-4D02-81E6-121CE830B0EF}" type="sibTrans" cxnId="{5BA86345-1D21-4117-8D4F-3AAF01C9C571}">
      <dgm:prSet/>
      <dgm:spPr/>
      <dgm:t>
        <a:bodyPr/>
        <a:lstStyle/>
        <a:p>
          <a:endParaRPr lang="en-US"/>
        </a:p>
      </dgm:t>
    </dgm:pt>
    <dgm:pt modelId="{F37990BA-2801-405B-B384-4651FF6725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Interprofessional Practice (IPP) is putting it into practice.</a:t>
          </a:r>
        </a:p>
      </dgm:t>
    </dgm:pt>
    <dgm:pt modelId="{30EC55A6-A440-4121-9BBB-795008955563}" type="parTrans" cxnId="{7759084C-D81B-4339-A39A-89D3975E9CDA}">
      <dgm:prSet/>
      <dgm:spPr/>
      <dgm:t>
        <a:bodyPr/>
        <a:lstStyle/>
        <a:p>
          <a:endParaRPr lang="en-US"/>
        </a:p>
      </dgm:t>
    </dgm:pt>
    <dgm:pt modelId="{BCA6686F-D0E9-4EAE-9156-279008166F61}" type="sibTrans" cxnId="{7759084C-D81B-4339-A39A-89D3975E9CDA}">
      <dgm:prSet/>
      <dgm:spPr/>
      <dgm:t>
        <a:bodyPr/>
        <a:lstStyle/>
        <a:p>
          <a:endParaRPr lang="en-US"/>
        </a:p>
      </dgm:t>
    </dgm:pt>
    <dgm:pt modelId="{3C766C6E-5705-46F5-B043-F5EA88CAB1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Neue Haas Grotesk Text Pro"/>
            </a:rPr>
            <a:t>BRIDGE</a:t>
          </a:r>
          <a:r>
            <a:rPr lang="en-US"/>
            <a:t> delves into building a Multi-Agent chatbot system capable of simulating educational conversations representing diverse professions in the medical and public health setting.</a:t>
          </a:r>
        </a:p>
      </dgm:t>
    </dgm:pt>
    <dgm:pt modelId="{AF3E477D-A8B0-415B-B5D2-472ABA19E95D}" type="parTrans" cxnId="{4F279E07-2409-4C68-951D-144F6618FF72}">
      <dgm:prSet/>
      <dgm:spPr/>
      <dgm:t>
        <a:bodyPr/>
        <a:lstStyle/>
        <a:p>
          <a:endParaRPr lang="en-US"/>
        </a:p>
      </dgm:t>
    </dgm:pt>
    <dgm:pt modelId="{94605381-C3FD-4A6E-8F3C-FB4A6494A727}" type="sibTrans" cxnId="{4F279E07-2409-4C68-951D-144F6618FF72}">
      <dgm:prSet/>
      <dgm:spPr/>
      <dgm:t>
        <a:bodyPr/>
        <a:lstStyle/>
        <a:p>
          <a:endParaRPr lang="en-US"/>
        </a:p>
      </dgm:t>
    </dgm:pt>
    <dgm:pt modelId="{E7C464FB-BCFB-482F-BCE3-790D5719AEEF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MediSyn is a multi-agent system that processes a patient's IPE case study, retrieves the appropriate healthcare roles, and generates individualized treatment plans from each profession's perspective.</a:t>
          </a:r>
        </a:p>
      </dgm:t>
    </dgm:pt>
    <dgm:pt modelId="{A5B2068A-E3D7-4F7B-8131-9DC19F606F43}" type="parTrans" cxnId="{93395D40-A8AF-4A59-A017-4F279DFB3077}">
      <dgm:prSet/>
      <dgm:spPr/>
    </dgm:pt>
    <dgm:pt modelId="{0867F77F-E7F1-4E22-ACB9-1D71E75E8CC5}" type="sibTrans" cxnId="{93395D40-A8AF-4A59-A017-4F279DFB3077}">
      <dgm:prSet/>
      <dgm:spPr/>
    </dgm:pt>
    <dgm:pt modelId="{752C053A-2779-432D-BA87-97B5CCDB46B0}" type="pres">
      <dgm:prSet presAssocID="{1222D2E9-6EA3-485A-BAEC-D47BFE75E25E}" presName="root" presStyleCnt="0">
        <dgm:presLayoutVars>
          <dgm:dir/>
          <dgm:resizeHandles val="exact"/>
        </dgm:presLayoutVars>
      </dgm:prSet>
      <dgm:spPr/>
    </dgm:pt>
    <dgm:pt modelId="{89084961-D675-487D-8FFB-60BC726BB311}" type="pres">
      <dgm:prSet presAssocID="{B0B69FD9-13C6-4FB1-AAFA-8BFBEEC3071A}" presName="compNode" presStyleCnt="0"/>
      <dgm:spPr/>
    </dgm:pt>
    <dgm:pt modelId="{6BD2C050-BD75-4F4D-8FA0-42E328996B15}" type="pres">
      <dgm:prSet presAssocID="{B0B69FD9-13C6-4FB1-AAFA-8BFBEEC3071A}" presName="bgRect" presStyleLbl="bgShp" presStyleIdx="0" presStyleCnt="4"/>
      <dgm:spPr/>
    </dgm:pt>
    <dgm:pt modelId="{31007C26-3C13-4866-BDEE-6CF9A0902F43}" type="pres">
      <dgm:prSet presAssocID="{B0B69FD9-13C6-4FB1-AAFA-8BFBEEC307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07DC56B-DD5E-431F-9859-FC00073C4BD2}" type="pres">
      <dgm:prSet presAssocID="{B0B69FD9-13C6-4FB1-AAFA-8BFBEEC3071A}" presName="spaceRect" presStyleCnt="0"/>
      <dgm:spPr/>
    </dgm:pt>
    <dgm:pt modelId="{AEDA53B1-96F7-4BA2-9716-344E59C821D0}" type="pres">
      <dgm:prSet presAssocID="{B0B69FD9-13C6-4FB1-AAFA-8BFBEEC3071A}" presName="parTx" presStyleLbl="revTx" presStyleIdx="0" presStyleCnt="4">
        <dgm:presLayoutVars>
          <dgm:chMax val="0"/>
          <dgm:chPref val="0"/>
        </dgm:presLayoutVars>
      </dgm:prSet>
      <dgm:spPr/>
    </dgm:pt>
    <dgm:pt modelId="{DAEDB8B3-9E72-4857-B6E5-92E189FC2153}" type="pres">
      <dgm:prSet presAssocID="{9A9A36FB-F324-4D02-81E6-121CE830B0EF}" presName="sibTrans" presStyleCnt="0"/>
      <dgm:spPr/>
    </dgm:pt>
    <dgm:pt modelId="{37C697AC-25E0-458A-96B2-BE1B1173B2B9}" type="pres">
      <dgm:prSet presAssocID="{F37990BA-2801-405B-B384-4651FF672501}" presName="compNode" presStyleCnt="0"/>
      <dgm:spPr/>
    </dgm:pt>
    <dgm:pt modelId="{244F7750-B875-4F7E-89CF-ACF3B02A2BFE}" type="pres">
      <dgm:prSet presAssocID="{F37990BA-2801-405B-B384-4651FF672501}" presName="bgRect" presStyleLbl="bgShp" presStyleIdx="1" presStyleCnt="4"/>
      <dgm:spPr/>
    </dgm:pt>
    <dgm:pt modelId="{B5E755B6-B465-4EE7-BD20-1F3A83005A2D}" type="pres">
      <dgm:prSet presAssocID="{F37990BA-2801-405B-B384-4651FF6725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370B2EED-1597-4CEB-8F42-48AD06591351}" type="pres">
      <dgm:prSet presAssocID="{F37990BA-2801-405B-B384-4651FF672501}" presName="spaceRect" presStyleCnt="0"/>
      <dgm:spPr/>
    </dgm:pt>
    <dgm:pt modelId="{7F976043-D4A3-4A2A-832C-8980E123A96D}" type="pres">
      <dgm:prSet presAssocID="{F37990BA-2801-405B-B384-4651FF672501}" presName="parTx" presStyleLbl="revTx" presStyleIdx="1" presStyleCnt="4">
        <dgm:presLayoutVars>
          <dgm:chMax val="0"/>
          <dgm:chPref val="0"/>
        </dgm:presLayoutVars>
      </dgm:prSet>
      <dgm:spPr/>
    </dgm:pt>
    <dgm:pt modelId="{4B18E731-A4C3-4FA5-B87E-BB8E3A11FFAA}" type="pres">
      <dgm:prSet presAssocID="{BCA6686F-D0E9-4EAE-9156-279008166F61}" presName="sibTrans" presStyleCnt="0"/>
      <dgm:spPr/>
    </dgm:pt>
    <dgm:pt modelId="{26310820-BC3A-4654-99A5-825D7B8A4F95}" type="pres">
      <dgm:prSet presAssocID="{3C766C6E-5705-46F5-B043-F5EA88CAB162}" presName="compNode" presStyleCnt="0"/>
      <dgm:spPr/>
    </dgm:pt>
    <dgm:pt modelId="{F5333136-78D9-4402-967C-F66ADC151C38}" type="pres">
      <dgm:prSet presAssocID="{3C766C6E-5705-46F5-B043-F5EA88CAB162}" presName="bgRect" presStyleLbl="bgShp" presStyleIdx="2" presStyleCnt="4"/>
      <dgm:spPr/>
    </dgm:pt>
    <dgm:pt modelId="{43B1F315-925E-4323-8F46-02291B3FF9F4}" type="pres">
      <dgm:prSet presAssocID="{3C766C6E-5705-46F5-B043-F5EA88CAB1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C5F916F-53F3-4A9E-AFFC-B08999100596}" type="pres">
      <dgm:prSet presAssocID="{3C766C6E-5705-46F5-B043-F5EA88CAB162}" presName="spaceRect" presStyleCnt="0"/>
      <dgm:spPr/>
    </dgm:pt>
    <dgm:pt modelId="{0DF89F6E-BC9F-4972-8951-216CE31815E6}" type="pres">
      <dgm:prSet presAssocID="{3C766C6E-5705-46F5-B043-F5EA88CAB162}" presName="parTx" presStyleLbl="revTx" presStyleIdx="2" presStyleCnt="4">
        <dgm:presLayoutVars>
          <dgm:chMax val="0"/>
          <dgm:chPref val="0"/>
        </dgm:presLayoutVars>
      </dgm:prSet>
      <dgm:spPr/>
    </dgm:pt>
    <dgm:pt modelId="{D2DCDC59-30AE-4231-9D8F-F4D1B6044A9E}" type="pres">
      <dgm:prSet presAssocID="{94605381-C3FD-4A6E-8F3C-FB4A6494A727}" presName="sibTrans" presStyleCnt="0"/>
      <dgm:spPr/>
    </dgm:pt>
    <dgm:pt modelId="{2ACF71C0-DDFF-4854-8CF4-3AB79B162965}" type="pres">
      <dgm:prSet presAssocID="{E7C464FB-BCFB-482F-BCE3-790D5719AEEF}" presName="compNode" presStyleCnt="0"/>
      <dgm:spPr/>
    </dgm:pt>
    <dgm:pt modelId="{DCAF705A-2EC2-429A-9A73-875A1B25A977}" type="pres">
      <dgm:prSet presAssocID="{E7C464FB-BCFB-482F-BCE3-790D5719AEEF}" presName="bgRect" presStyleLbl="bgShp" presStyleIdx="3" presStyleCnt="4"/>
      <dgm:spPr/>
    </dgm:pt>
    <dgm:pt modelId="{DD2C2240-CFB0-444E-8219-4E51A4101D4E}" type="pres">
      <dgm:prSet presAssocID="{E7C464FB-BCFB-482F-BCE3-790D5719AEEF}" presName="iconRect" presStyleLbl="node1" presStyleIdx="3" presStyleCnt="4"/>
      <dgm:spPr/>
    </dgm:pt>
    <dgm:pt modelId="{9EB619CF-959B-45EB-801F-17CB81BD6AD2}" type="pres">
      <dgm:prSet presAssocID="{E7C464FB-BCFB-482F-BCE3-790D5719AEEF}" presName="spaceRect" presStyleCnt="0"/>
      <dgm:spPr/>
    </dgm:pt>
    <dgm:pt modelId="{5671AFA1-596A-4DF7-920A-A48D2452A204}" type="pres">
      <dgm:prSet presAssocID="{E7C464FB-BCFB-482F-BCE3-790D5719AEE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279E07-2409-4C68-951D-144F6618FF72}" srcId="{1222D2E9-6EA3-485A-BAEC-D47BFE75E25E}" destId="{3C766C6E-5705-46F5-B043-F5EA88CAB162}" srcOrd="2" destOrd="0" parTransId="{AF3E477D-A8B0-415B-B5D2-472ABA19E95D}" sibTransId="{94605381-C3FD-4A6E-8F3C-FB4A6494A727}"/>
    <dgm:cxn modelId="{651A2215-ABC4-487F-A55D-96C03A98FDC9}" type="presOf" srcId="{3C766C6E-5705-46F5-B043-F5EA88CAB162}" destId="{0DF89F6E-BC9F-4972-8951-216CE31815E6}" srcOrd="0" destOrd="0" presId="urn:microsoft.com/office/officeart/2018/2/layout/IconVerticalSolidList"/>
    <dgm:cxn modelId="{93395D40-A8AF-4A59-A017-4F279DFB3077}" srcId="{1222D2E9-6EA3-485A-BAEC-D47BFE75E25E}" destId="{E7C464FB-BCFB-482F-BCE3-790D5719AEEF}" srcOrd="3" destOrd="0" parTransId="{A5B2068A-E3D7-4F7B-8131-9DC19F606F43}" sibTransId="{0867F77F-E7F1-4E22-ACB9-1D71E75E8CC5}"/>
    <dgm:cxn modelId="{5BA86345-1D21-4117-8D4F-3AAF01C9C571}" srcId="{1222D2E9-6EA3-485A-BAEC-D47BFE75E25E}" destId="{B0B69FD9-13C6-4FB1-AAFA-8BFBEEC3071A}" srcOrd="0" destOrd="0" parTransId="{0F4D91DB-2ACB-422E-B7C5-623DE88F61EE}" sibTransId="{9A9A36FB-F324-4D02-81E6-121CE830B0EF}"/>
    <dgm:cxn modelId="{7759084C-D81B-4339-A39A-89D3975E9CDA}" srcId="{1222D2E9-6EA3-485A-BAEC-D47BFE75E25E}" destId="{F37990BA-2801-405B-B384-4651FF672501}" srcOrd="1" destOrd="0" parTransId="{30EC55A6-A440-4121-9BBB-795008955563}" sibTransId="{BCA6686F-D0E9-4EAE-9156-279008166F61}"/>
    <dgm:cxn modelId="{7521A899-8815-4161-B4BD-DD847496D5D8}" type="presOf" srcId="{F37990BA-2801-405B-B384-4651FF672501}" destId="{7F976043-D4A3-4A2A-832C-8980E123A96D}" srcOrd="0" destOrd="0" presId="urn:microsoft.com/office/officeart/2018/2/layout/IconVerticalSolidList"/>
    <dgm:cxn modelId="{B2F308B2-2EC0-4710-9460-4E8621AEEB3D}" type="presOf" srcId="{B0B69FD9-13C6-4FB1-AAFA-8BFBEEC3071A}" destId="{AEDA53B1-96F7-4BA2-9716-344E59C821D0}" srcOrd="0" destOrd="0" presId="urn:microsoft.com/office/officeart/2018/2/layout/IconVerticalSolidList"/>
    <dgm:cxn modelId="{ACBACAB3-B5E7-4A14-91F0-8376FD4873EE}" type="presOf" srcId="{1222D2E9-6EA3-485A-BAEC-D47BFE75E25E}" destId="{752C053A-2779-432D-BA87-97B5CCDB46B0}" srcOrd="0" destOrd="0" presId="urn:microsoft.com/office/officeart/2018/2/layout/IconVerticalSolidList"/>
    <dgm:cxn modelId="{A0E5BBC0-02FF-4487-B3D6-8B5916C55BC1}" type="presOf" srcId="{E7C464FB-BCFB-482F-BCE3-790D5719AEEF}" destId="{5671AFA1-596A-4DF7-920A-A48D2452A204}" srcOrd="0" destOrd="0" presId="urn:microsoft.com/office/officeart/2018/2/layout/IconVerticalSolidList"/>
    <dgm:cxn modelId="{5B51CBB6-2BE7-44AE-8A27-8ADECE070005}" type="presParOf" srcId="{752C053A-2779-432D-BA87-97B5CCDB46B0}" destId="{89084961-D675-487D-8FFB-60BC726BB311}" srcOrd="0" destOrd="0" presId="urn:microsoft.com/office/officeart/2018/2/layout/IconVerticalSolidList"/>
    <dgm:cxn modelId="{ED4F5F55-4893-4DD0-8AFB-2E2A7F148E5E}" type="presParOf" srcId="{89084961-D675-487D-8FFB-60BC726BB311}" destId="{6BD2C050-BD75-4F4D-8FA0-42E328996B15}" srcOrd="0" destOrd="0" presId="urn:microsoft.com/office/officeart/2018/2/layout/IconVerticalSolidList"/>
    <dgm:cxn modelId="{C21F9145-3A4B-43EF-9B9A-885B9AAD0B5C}" type="presParOf" srcId="{89084961-D675-487D-8FFB-60BC726BB311}" destId="{31007C26-3C13-4866-BDEE-6CF9A0902F43}" srcOrd="1" destOrd="0" presId="urn:microsoft.com/office/officeart/2018/2/layout/IconVerticalSolidList"/>
    <dgm:cxn modelId="{972D82DF-BF25-4CB4-8C76-D05805ADBB0B}" type="presParOf" srcId="{89084961-D675-487D-8FFB-60BC726BB311}" destId="{D07DC56B-DD5E-431F-9859-FC00073C4BD2}" srcOrd="2" destOrd="0" presId="urn:microsoft.com/office/officeart/2018/2/layout/IconVerticalSolidList"/>
    <dgm:cxn modelId="{2345411F-DBD5-49A1-8B62-6B211F27E224}" type="presParOf" srcId="{89084961-D675-487D-8FFB-60BC726BB311}" destId="{AEDA53B1-96F7-4BA2-9716-344E59C821D0}" srcOrd="3" destOrd="0" presId="urn:microsoft.com/office/officeart/2018/2/layout/IconVerticalSolidList"/>
    <dgm:cxn modelId="{0615C569-FE18-42C5-AD96-0EBC969FE49C}" type="presParOf" srcId="{752C053A-2779-432D-BA87-97B5CCDB46B0}" destId="{DAEDB8B3-9E72-4857-B6E5-92E189FC2153}" srcOrd="1" destOrd="0" presId="urn:microsoft.com/office/officeart/2018/2/layout/IconVerticalSolidList"/>
    <dgm:cxn modelId="{A2EB746A-E5BE-4B97-8DF6-E81965EDB993}" type="presParOf" srcId="{752C053A-2779-432D-BA87-97B5CCDB46B0}" destId="{37C697AC-25E0-458A-96B2-BE1B1173B2B9}" srcOrd="2" destOrd="0" presId="urn:microsoft.com/office/officeart/2018/2/layout/IconVerticalSolidList"/>
    <dgm:cxn modelId="{C169A38D-4D0A-4CCC-B4D7-4F61ADBB5A9D}" type="presParOf" srcId="{37C697AC-25E0-458A-96B2-BE1B1173B2B9}" destId="{244F7750-B875-4F7E-89CF-ACF3B02A2BFE}" srcOrd="0" destOrd="0" presId="urn:microsoft.com/office/officeart/2018/2/layout/IconVerticalSolidList"/>
    <dgm:cxn modelId="{47D8080F-45CC-41A7-969F-014B51B5D811}" type="presParOf" srcId="{37C697AC-25E0-458A-96B2-BE1B1173B2B9}" destId="{B5E755B6-B465-4EE7-BD20-1F3A83005A2D}" srcOrd="1" destOrd="0" presId="urn:microsoft.com/office/officeart/2018/2/layout/IconVerticalSolidList"/>
    <dgm:cxn modelId="{D96F3B0F-0AA8-405F-BE39-FDCD5C82F9CF}" type="presParOf" srcId="{37C697AC-25E0-458A-96B2-BE1B1173B2B9}" destId="{370B2EED-1597-4CEB-8F42-48AD06591351}" srcOrd="2" destOrd="0" presId="urn:microsoft.com/office/officeart/2018/2/layout/IconVerticalSolidList"/>
    <dgm:cxn modelId="{24F829C7-9831-4E00-9BDA-E138AB6776DE}" type="presParOf" srcId="{37C697AC-25E0-458A-96B2-BE1B1173B2B9}" destId="{7F976043-D4A3-4A2A-832C-8980E123A96D}" srcOrd="3" destOrd="0" presId="urn:microsoft.com/office/officeart/2018/2/layout/IconVerticalSolidList"/>
    <dgm:cxn modelId="{78785255-2AC1-4E45-9D00-7AFBF1553730}" type="presParOf" srcId="{752C053A-2779-432D-BA87-97B5CCDB46B0}" destId="{4B18E731-A4C3-4FA5-B87E-BB8E3A11FFAA}" srcOrd="3" destOrd="0" presId="urn:microsoft.com/office/officeart/2018/2/layout/IconVerticalSolidList"/>
    <dgm:cxn modelId="{BFDF1AFA-CB1D-40CA-AB75-FCD811041B2A}" type="presParOf" srcId="{752C053A-2779-432D-BA87-97B5CCDB46B0}" destId="{26310820-BC3A-4654-99A5-825D7B8A4F95}" srcOrd="4" destOrd="0" presId="urn:microsoft.com/office/officeart/2018/2/layout/IconVerticalSolidList"/>
    <dgm:cxn modelId="{1E622296-55A0-4188-90CB-4AD93DB2B580}" type="presParOf" srcId="{26310820-BC3A-4654-99A5-825D7B8A4F95}" destId="{F5333136-78D9-4402-967C-F66ADC151C38}" srcOrd="0" destOrd="0" presId="urn:microsoft.com/office/officeart/2018/2/layout/IconVerticalSolidList"/>
    <dgm:cxn modelId="{F74F86BD-2EFC-4C14-945D-9DFFD6A4D9BB}" type="presParOf" srcId="{26310820-BC3A-4654-99A5-825D7B8A4F95}" destId="{43B1F315-925E-4323-8F46-02291B3FF9F4}" srcOrd="1" destOrd="0" presId="urn:microsoft.com/office/officeart/2018/2/layout/IconVerticalSolidList"/>
    <dgm:cxn modelId="{8F3CF98A-7F1F-4728-A993-16B24818CA03}" type="presParOf" srcId="{26310820-BC3A-4654-99A5-825D7B8A4F95}" destId="{CC5F916F-53F3-4A9E-AFFC-B08999100596}" srcOrd="2" destOrd="0" presId="urn:microsoft.com/office/officeart/2018/2/layout/IconVerticalSolidList"/>
    <dgm:cxn modelId="{E7DCC9FC-617A-4300-A10B-1BBCA4F9E0A0}" type="presParOf" srcId="{26310820-BC3A-4654-99A5-825D7B8A4F95}" destId="{0DF89F6E-BC9F-4972-8951-216CE31815E6}" srcOrd="3" destOrd="0" presId="urn:microsoft.com/office/officeart/2018/2/layout/IconVerticalSolidList"/>
    <dgm:cxn modelId="{B7853395-F9C9-4EBC-964F-AE385B91909B}" type="presParOf" srcId="{752C053A-2779-432D-BA87-97B5CCDB46B0}" destId="{D2DCDC59-30AE-4231-9D8F-F4D1B6044A9E}" srcOrd="5" destOrd="0" presId="urn:microsoft.com/office/officeart/2018/2/layout/IconVerticalSolidList"/>
    <dgm:cxn modelId="{B8830DF6-217B-4147-9203-92A833A08949}" type="presParOf" srcId="{752C053A-2779-432D-BA87-97B5CCDB46B0}" destId="{2ACF71C0-DDFF-4854-8CF4-3AB79B162965}" srcOrd="6" destOrd="0" presId="urn:microsoft.com/office/officeart/2018/2/layout/IconVerticalSolidList"/>
    <dgm:cxn modelId="{BB783910-7E98-4562-A310-C8BF8877A014}" type="presParOf" srcId="{2ACF71C0-DDFF-4854-8CF4-3AB79B162965}" destId="{DCAF705A-2EC2-429A-9A73-875A1B25A977}" srcOrd="0" destOrd="0" presId="urn:microsoft.com/office/officeart/2018/2/layout/IconVerticalSolidList"/>
    <dgm:cxn modelId="{93EDF6F3-6798-44E6-AE0D-578022A03B0F}" type="presParOf" srcId="{2ACF71C0-DDFF-4854-8CF4-3AB79B162965}" destId="{DD2C2240-CFB0-444E-8219-4E51A4101D4E}" srcOrd="1" destOrd="0" presId="urn:microsoft.com/office/officeart/2018/2/layout/IconVerticalSolidList"/>
    <dgm:cxn modelId="{BC7BA379-DF76-4A27-A22B-36B8799D7251}" type="presParOf" srcId="{2ACF71C0-DDFF-4854-8CF4-3AB79B162965}" destId="{9EB619CF-959B-45EB-801F-17CB81BD6AD2}" srcOrd="2" destOrd="0" presId="urn:microsoft.com/office/officeart/2018/2/layout/IconVerticalSolidList"/>
    <dgm:cxn modelId="{6325935A-FC99-440B-96B0-A8F31E8C5EB5}" type="presParOf" srcId="{2ACF71C0-DDFF-4854-8CF4-3AB79B162965}" destId="{5671AFA1-596A-4DF7-920A-A48D2452A2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302F13-91D0-4865-A8F0-67118383D4C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E25C45-030C-4AE4-9DFF-D2AB08DE241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Scheduling: Different people have different logistics, making it hard to find time for joint sessions.</a:t>
          </a:r>
        </a:p>
      </dgm:t>
    </dgm:pt>
    <dgm:pt modelId="{D4C5BE74-BB00-46C3-9959-1922F3E99ED0}" type="parTrans" cxnId="{D44521CB-19E6-428E-BCE6-AC3E8078B9A8}">
      <dgm:prSet/>
      <dgm:spPr/>
      <dgm:t>
        <a:bodyPr/>
        <a:lstStyle/>
        <a:p>
          <a:endParaRPr lang="en-US"/>
        </a:p>
      </dgm:t>
    </dgm:pt>
    <dgm:pt modelId="{A25C18D9-B963-4F60-953E-A4F8A4DA9F96}" type="sibTrans" cxnId="{D44521CB-19E6-428E-BCE6-AC3E8078B9A8}">
      <dgm:prSet/>
      <dgm:spPr/>
      <dgm:t>
        <a:bodyPr/>
        <a:lstStyle/>
        <a:p>
          <a:endParaRPr lang="en-US"/>
        </a:p>
      </dgm:t>
    </dgm:pt>
    <dgm:pt modelId="{61F1E9C7-72A7-41A4-A6E9-5E84185E4B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Financial constraint: Coordinating IPE requires extra funds for things like faculty time, simulation tools, and shared spaces.</a:t>
          </a:r>
        </a:p>
      </dgm:t>
    </dgm:pt>
    <dgm:pt modelId="{A168F845-75B2-4CA8-B0AE-955F989F39B1}" type="parTrans" cxnId="{08050000-F6F7-4822-92FD-B0813C81C875}">
      <dgm:prSet/>
      <dgm:spPr/>
      <dgm:t>
        <a:bodyPr/>
        <a:lstStyle/>
        <a:p>
          <a:endParaRPr lang="en-US"/>
        </a:p>
      </dgm:t>
    </dgm:pt>
    <dgm:pt modelId="{34B8D9D1-274B-445B-A7A3-AD45FD2ED548}" type="sibTrans" cxnId="{08050000-F6F7-4822-92FD-B0813C81C875}">
      <dgm:prSet/>
      <dgm:spPr/>
      <dgm:t>
        <a:bodyPr/>
        <a:lstStyle/>
        <a:p>
          <a:endParaRPr lang="en-US"/>
        </a:p>
      </dgm:t>
    </dgm:pt>
    <dgm:pt modelId="{55A98108-3022-4F47-B2DB-C357EAFC3A5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Cultural Barriers: Stereotypes and </a:t>
          </a:r>
          <a:r>
            <a:rPr lang="en-US">
              <a:latin typeface="Neue Haas Grotesk Text Pro"/>
            </a:rPr>
            <a:t>hierarchical</a:t>
          </a:r>
          <a:r>
            <a:rPr lang="en-US"/>
            <a:t> power imbalances between professions can block effective teamwork.</a:t>
          </a:r>
        </a:p>
      </dgm:t>
    </dgm:pt>
    <dgm:pt modelId="{AD6923D2-EC21-4EBE-ACF8-0317DDF72865}" type="parTrans" cxnId="{07625694-2A69-4A3F-9390-B98662977B22}">
      <dgm:prSet/>
      <dgm:spPr/>
      <dgm:t>
        <a:bodyPr/>
        <a:lstStyle/>
        <a:p>
          <a:endParaRPr lang="en-US"/>
        </a:p>
      </dgm:t>
    </dgm:pt>
    <dgm:pt modelId="{B9D28587-E217-4E86-BB3A-9B89049F59F4}" type="sibTrans" cxnId="{07625694-2A69-4A3F-9390-B98662977B22}">
      <dgm:prSet/>
      <dgm:spPr/>
      <dgm:t>
        <a:bodyPr/>
        <a:lstStyle/>
        <a:p>
          <a:endParaRPr lang="en-US"/>
        </a:p>
      </dgm:t>
    </dgm:pt>
    <dgm:pt modelId="{77C4101E-7BEF-45C8-8F82-F9AC29230C72}" type="pres">
      <dgm:prSet presAssocID="{94302F13-91D0-4865-A8F0-67118383D4C9}" presName="root" presStyleCnt="0">
        <dgm:presLayoutVars>
          <dgm:dir/>
          <dgm:resizeHandles val="exact"/>
        </dgm:presLayoutVars>
      </dgm:prSet>
      <dgm:spPr/>
    </dgm:pt>
    <dgm:pt modelId="{607DF073-83B2-4DF2-8B0A-448723D006DF}" type="pres">
      <dgm:prSet presAssocID="{63E25C45-030C-4AE4-9DFF-D2AB08DE241D}" presName="compNode" presStyleCnt="0"/>
      <dgm:spPr/>
    </dgm:pt>
    <dgm:pt modelId="{4430FC81-AB5E-4CA3-B52B-5D8D9F8730D0}" type="pres">
      <dgm:prSet presAssocID="{63E25C45-030C-4AE4-9DFF-D2AB08DE241D}" presName="iconBgRect" presStyleLbl="bgShp" presStyleIdx="0" presStyleCnt="3"/>
      <dgm:spPr/>
    </dgm:pt>
    <dgm:pt modelId="{27A2A619-6E73-495B-953A-129B7CC7131C}" type="pres">
      <dgm:prSet presAssocID="{63E25C45-030C-4AE4-9DFF-D2AB08DE241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AE25EC2B-099C-4A57-BBE8-20C9C25684A6}" type="pres">
      <dgm:prSet presAssocID="{63E25C45-030C-4AE4-9DFF-D2AB08DE241D}" presName="spaceRect" presStyleCnt="0"/>
      <dgm:spPr/>
    </dgm:pt>
    <dgm:pt modelId="{815565C2-D598-4AED-987B-E12CBCF717E1}" type="pres">
      <dgm:prSet presAssocID="{63E25C45-030C-4AE4-9DFF-D2AB08DE241D}" presName="textRect" presStyleLbl="revTx" presStyleIdx="0" presStyleCnt="3">
        <dgm:presLayoutVars>
          <dgm:chMax val="1"/>
          <dgm:chPref val="1"/>
        </dgm:presLayoutVars>
      </dgm:prSet>
      <dgm:spPr/>
    </dgm:pt>
    <dgm:pt modelId="{FFE47F50-10A8-4437-80FB-989C308E59F9}" type="pres">
      <dgm:prSet presAssocID="{A25C18D9-B963-4F60-953E-A4F8A4DA9F96}" presName="sibTrans" presStyleCnt="0"/>
      <dgm:spPr/>
    </dgm:pt>
    <dgm:pt modelId="{CD9500F1-8DC2-49BE-95F2-60EAED18BE68}" type="pres">
      <dgm:prSet presAssocID="{61F1E9C7-72A7-41A4-A6E9-5E84185E4BAD}" presName="compNode" presStyleCnt="0"/>
      <dgm:spPr/>
    </dgm:pt>
    <dgm:pt modelId="{EEA307E0-404B-4908-AA7E-F17006D73729}" type="pres">
      <dgm:prSet presAssocID="{61F1E9C7-72A7-41A4-A6E9-5E84185E4BAD}" presName="iconBgRect" presStyleLbl="bgShp" presStyleIdx="1" presStyleCnt="3"/>
      <dgm:spPr/>
    </dgm:pt>
    <dgm:pt modelId="{FBFD436D-6635-44D0-ABDC-7EA1F6E0EFCC}" type="pres">
      <dgm:prSet presAssocID="{61F1E9C7-72A7-41A4-A6E9-5E84185E4B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737CD99-9730-48B1-827D-398DB917F011}" type="pres">
      <dgm:prSet presAssocID="{61F1E9C7-72A7-41A4-A6E9-5E84185E4BAD}" presName="spaceRect" presStyleCnt="0"/>
      <dgm:spPr/>
    </dgm:pt>
    <dgm:pt modelId="{511DE9B9-6BC8-4BF3-B922-88295E4ADC73}" type="pres">
      <dgm:prSet presAssocID="{61F1E9C7-72A7-41A4-A6E9-5E84185E4BAD}" presName="textRect" presStyleLbl="revTx" presStyleIdx="1" presStyleCnt="3">
        <dgm:presLayoutVars>
          <dgm:chMax val="1"/>
          <dgm:chPref val="1"/>
        </dgm:presLayoutVars>
      </dgm:prSet>
      <dgm:spPr/>
    </dgm:pt>
    <dgm:pt modelId="{699086A8-D465-440E-A7BF-4AB9FAB253C9}" type="pres">
      <dgm:prSet presAssocID="{34B8D9D1-274B-445B-A7A3-AD45FD2ED548}" presName="sibTrans" presStyleCnt="0"/>
      <dgm:spPr/>
    </dgm:pt>
    <dgm:pt modelId="{C72BD54D-BEAB-4793-9114-9103025A1EA0}" type="pres">
      <dgm:prSet presAssocID="{55A98108-3022-4F47-B2DB-C357EAFC3A53}" presName="compNode" presStyleCnt="0"/>
      <dgm:spPr/>
    </dgm:pt>
    <dgm:pt modelId="{F03A2214-CBCD-43EA-9257-EEBD7C09C9AC}" type="pres">
      <dgm:prSet presAssocID="{55A98108-3022-4F47-B2DB-C357EAFC3A53}" presName="iconBgRect" presStyleLbl="bgShp" presStyleIdx="2" presStyleCnt="3"/>
      <dgm:spPr/>
    </dgm:pt>
    <dgm:pt modelId="{A34E317F-1090-4FEE-B8CD-630BDFF26383}" type="pres">
      <dgm:prSet presAssocID="{55A98108-3022-4F47-B2DB-C357EAFC3A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5787D8A-08C2-408C-87C6-0EB8B1A09F19}" type="pres">
      <dgm:prSet presAssocID="{55A98108-3022-4F47-B2DB-C357EAFC3A53}" presName="spaceRect" presStyleCnt="0"/>
      <dgm:spPr/>
    </dgm:pt>
    <dgm:pt modelId="{B5E6DEA8-B66B-40B4-ACB4-F40FD0156B69}" type="pres">
      <dgm:prSet presAssocID="{55A98108-3022-4F47-B2DB-C357EAFC3A5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050000-F6F7-4822-92FD-B0813C81C875}" srcId="{94302F13-91D0-4865-A8F0-67118383D4C9}" destId="{61F1E9C7-72A7-41A4-A6E9-5E84185E4BAD}" srcOrd="1" destOrd="0" parTransId="{A168F845-75B2-4CA8-B0AE-955F989F39B1}" sibTransId="{34B8D9D1-274B-445B-A7A3-AD45FD2ED548}"/>
    <dgm:cxn modelId="{288BED3D-38FE-4E44-9686-DBCF1247B541}" type="presOf" srcId="{55A98108-3022-4F47-B2DB-C357EAFC3A53}" destId="{B5E6DEA8-B66B-40B4-ACB4-F40FD0156B69}" srcOrd="0" destOrd="0" presId="urn:microsoft.com/office/officeart/2018/5/layout/IconCircleLabelList"/>
    <dgm:cxn modelId="{07625694-2A69-4A3F-9390-B98662977B22}" srcId="{94302F13-91D0-4865-A8F0-67118383D4C9}" destId="{55A98108-3022-4F47-B2DB-C357EAFC3A53}" srcOrd="2" destOrd="0" parTransId="{AD6923D2-EC21-4EBE-ACF8-0317DDF72865}" sibTransId="{B9D28587-E217-4E86-BB3A-9B89049F59F4}"/>
    <dgm:cxn modelId="{D6754ABD-9296-4885-B25E-72C3317CD4DC}" type="presOf" srcId="{61F1E9C7-72A7-41A4-A6E9-5E84185E4BAD}" destId="{511DE9B9-6BC8-4BF3-B922-88295E4ADC73}" srcOrd="0" destOrd="0" presId="urn:microsoft.com/office/officeart/2018/5/layout/IconCircleLabelList"/>
    <dgm:cxn modelId="{7D9424C4-F0B3-4635-8665-3CCFAFBFC860}" type="presOf" srcId="{94302F13-91D0-4865-A8F0-67118383D4C9}" destId="{77C4101E-7BEF-45C8-8F82-F9AC29230C72}" srcOrd="0" destOrd="0" presId="urn:microsoft.com/office/officeart/2018/5/layout/IconCircleLabelList"/>
    <dgm:cxn modelId="{D44521CB-19E6-428E-BCE6-AC3E8078B9A8}" srcId="{94302F13-91D0-4865-A8F0-67118383D4C9}" destId="{63E25C45-030C-4AE4-9DFF-D2AB08DE241D}" srcOrd="0" destOrd="0" parTransId="{D4C5BE74-BB00-46C3-9959-1922F3E99ED0}" sibTransId="{A25C18D9-B963-4F60-953E-A4F8A4DA9F96}"/>
    <dgm:cxn modelId="{FFE1B0DF-6F19-4062-8A86-7ECB6019312B}" type="presOf" srcId="{63E25C45-030C-4AE4-9DFF-D2AB08DE241D}" destId="{815565C2-D598-4AED-987B-E12CBCF717E1}" srcOrd="0" destOrd="0" presId="urn:microsoft.com/office/officeart/2018/5/layout/IconCircleLabelList"/>
    <dgm:cxn modelId="{143BF1B5-3519-46C3-BDE0-4BE94395F6C4}" type="presParOf" srcId="{77C4101E-7BEF-45C8-8F82-F9AC29230C72}" destId="{607DF073-83B2-4DF2-8B0A-448723D006DF}" srcOrd="0" destOrd="0" presId="urn:microsoft.com/office/officeart/2018/5/layout/IconCircleLabelList"/>
    <dgm:cxn modelId="{F9610112-CCA0-4C44-A3D0-472FF87A1B67}" type="presParOf" srcId="{607DF073-83B2-4DF2-8B0A-448723D006DF}" destId="{4430FC81-AB5E-4CA3-B52B-5D8D9F8730D0}" srcOrd="0" destOrd="0" presId="urn:microsoft.com/office/officeart/2018/5/layout/IconCircleLabelList"/>
    <dgm:cxn modelId="{5CA774D1-8B0A-4DCA-BDC7-60482108C81B}" type="presParOf" srcId="{607DF073-83B2-4DF2-8B0A-448723D006DF}" destId="{27A2A619-6E73-495B-953A-129B7CC7131C}" srcOrd="1" destOrd="0" presId="urn:microsoft.com/office/officeart/2018/5/layout/IconCircleLabelList"/>
    <dgm:cxn modelId="{DBF60708-9D72-4945-B2E7-DA405F52DBDC}" type="presParOf" srcId="{607DF073-83B2-4DF2-8B0A-448723D006DF}" destId="{AE25EC2B-099C-4A57-BBE8-20C9C25684A6}" srcOrd="2" destOrd="0" presId="urn:microsoft.com/office/officeart/2018/5/layout/IconCircleLabelList"/>
    <dgm:cxn modelId="{60B86157-CC7A-47C5-979A-A32763D62308}" type="presParOf" srcId="{607DF073-83B2-4DF2-8B0A-448723D006DF}" destId="{815565C2-D598-4AED-987B-E12CBCF717E1}" srcOrd="3" destOrd="0" presId="urn:microsoft.com/office/officeart/2018/5/layout/IconCircleLabelList"/>
    <dgm:cxn modelId="{B3BDCA5E-CBD5-49A7-9177-BB5947CE833E}" type="presParOf" srcId="{77C4101E-7BEF-45C8-8F82-F9AC29230C72}" destId="{FFE47F50-10A8-4437-80FB-989C308E59F9}" srcOrd="1" destOrd="0" presId="urn:microsoft.com/office/officeart/2018/5/layout/IconCircleLabelList"/>
    <dgm:cxn modelId="{43891A14-EFBB-487B-BF85-FEDD2AE7F2B9}" type="presParOf" srcId="{77C4101E-7BEF-45C8-8F82-F9AC29230C72}" destId="{CD9500F1-8DC2-49BE-95F2-60EAED18BE68}" srcOrd="2" destOrd="0" presId="urn:microsoft.com/office/officeart/2018/5/layout/IconCircleLabelList"/>
    <dgm:cxn modelId="{5E7F344C-C01A-46D5-9DD4-E957A3860190}" type="presParOf" srcId="{CD9500F1-8DC2-49BE-95F2-60EAED18BE68}" destId="{EEA307E0-404B-4908-AA7E-F17006D73729}" srcOrd="0" destOrd="0" presId="urn:microsoft.com/office/officeart/2018/5/layout/IconCircleLabelList"/>
    <dgm:cxn modelId="{A7E67981-CCB7-4F88-9F7F-A9F4259D01F3}" type="presParOf" srcId="{CD9500F1-8DC2-49BE-95F2-60EAED18BE68}" destId="{FBFD436D-6635-44D0-ABDC-7EA1F6E0EFCC}" srcOrd="1" destOrd="0" presId="urn:microsoft.com/office/officeart/2018/5/layout/IconCircleLabelList"/>
    <dgm:cxn modelId="{074AA95D-2E15-490B-8A24-37500D90263F}" type="presParOf" srcId="{CD9500F1-8DC2-49BE-95F2-60EAED18BE68}" destId="{8737CD99-9730-48B1-827D-398DB917F011}" srcOrd="2" destOrd="0" presId="urn:microsoft.com/office/officeart/2018/5/layout/IconCircleLabelList"/>
    <dgm:cxn modelId="{B14B3784-B32C-4D6A-B100-B09A82615433}" type="presParOf" srcId="{CD9500F1-8DC2-49BE-95F2-60EAED18BE68}" destId="{511DE9B9-6BC8-4BF3-B922-88295E4ADC73}" srcOrd="3" destOrd="0" presId="urn:microsoft.com/office/officeart/2018/5/layout/IconCircleLabelList"/>
    <dgm:cxn modelId="{39BACD68-1B7C-48C8-9FD2-C2A38073F58E}" type="presParOf" srcId="{77C4101E-7BEF-45C8-8F82-F9AC29230C72}" destId="{699086A8-D465-440E-A7BF-4AB9FAB253C9}" srcOrd="3" destOrd="0" presId="urn:microsoft.com/office/officeart/2018/5/layout/IconCircleLabelList"/>
    <dgm:cxn modelId="{B0FB46CD-D436-4D7B-8DFE-6BE9881750D5}" type="presParOf" srcId="{77C4101E-7BEF-45C8-8F82-F9AC29230C72}" destId="{C72BD54D-BEAB-4793-9114-9103025A1EA0}" srcOrd="4" destOrd="0" presId="urn:microsoft.com/office/officeart/2018/5/layout/IconCircleLabelList"/>
    <dgm:cxn modelId="{708B8B17-E9E2-4B45-B04F-5D075AE41E89}" type="presParOf" srcId="{C72BD54D-BEAB-4793-9114-9103025A1EA0}" destId="{F03A2214-CBCD-43EA-9257-EEBD7C09C9AC}" srcOrd="0" destOrd="0" presId="urn:microsoft.com/office/officeart/2018/5/layout/IconCircleLabelList"/>
    <dgm:cxn modelId="{522D7844-957A-471F-AD65-F3563BEB1A03}" type="presParOf" srcId="{C72BD54D-BEAB-4793-9114-9103025A1EA0}" destId="{A34E317F-1090-4FEE-B8CD-630BDFF26383}" srcOrd="1" destOrd="0" presId="urn:microsoft.com/office/officeart/2018/5/layout/IconCircleLabelList"/>
    <dgm:cxn modelId="{4E3B1332-3E06-4FF9-ABDD-7EA4B20DD3E4}" type="presParOf" srcId="{C72BD54D-BEAB-4793-9114-9103025A1EA0}" destId="{A5787D8A-08C2-408C-87C6-0EB8B1A09F19}" srcOrd="2" destOrd="0" presId="urn:microsoft.com/office/officeart/2018/5/layout/IconCircleLabelList"/>
    <dgm:cxn modelId="{C3B02848-0D88-49AC-91C0-8A51E5EBC9A9}" type="presParOf" srcId="{C72BD54D-BEAB-4793-9114-9103025A1EA0}" destId="{B5E6DEA8-B66B-40B4-ACB4-F40FD0156B6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37F8F-B35B-40C9-B8A9-035E9E2022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D6454C-AC2D-4D8D-8D18-004F9F8DA1AC}">
      <dgm:prSet/>
      <dgm:spPr/>
      <dgm:t>
        <a:bodyPr/>
        <a:lstStyle/>
        <a:p>
          <a:r>
            <a:rPr lang="en-US" err="1"/>
            <a:t>MediSyn</a:t>
          </a:r>
        </a:p>
      </dgm:t>
    </dgm:pt>
    <dgm:pt modelId="{8A38537D-028C-43AE-A657-C3F377A379F5}" type="parTrans" cxnId="{8C083B4E-4E67-4E84-A540-A8A7AFA7CFC8}">
      <dgm:prSet/>
      <dgm:spPr/>
      <dgm:t>
        <a:bodyPr/>
        <a:lstStyle/>
        <a:p>
          <a:endParaRPr lang="en-US"/>
        </a:p>
      </dgm:t>
    </dgm:pt>
    <dgm:pt modelId="{0A29DEC2-E957-45A2-887F-973D5BC2E420}" type="sibTrans" cxnId="{8C083B4E-4E67-4E84-A540-A8A7AFA7CFC8}">
      <dgm:prSet/>
      <dgm:spPr/>
      <dgm:t>
        <a:bodyPr/>
        <a:lstStyle/>
        <a:p>
          <a:endParaRPr lang="en-US"/>
        </a:p>
      </dgm:t>
    </dgm:pt>
    <dgm:pt modelId="{F74627CD-3E1A-49B2-8CAA-082BF7B1A7C6}">
      <dgm:prSet/>
      <dgm:spPr/>
      <dgm:t>
        <a:bodyPr/>
        <a:lstStyle/>
        <a:p>
          <a:r>
            <a:rPr lang="en-US"/>
            <a:t>Data about healthcare IPP patient cases</a:t>
          </a:r>
        </a:p>
      </dgm:t>
    </dgm:pt>
    <dgm:pt modelId="{73B10300-A59D-4E80-9767-9C9E2D694283}" type="parTrans" cxnId="{B27E18F0-9538-4ED5-BC23-FC9AF2F6E85F}">
      <dgm:prSet/>
      <dgm:spPr/>
      <dgm:t>
        <a:bodyPr/>
        <a:lstStyle/>
        <a:p>
          <a:endParaRPr lang="en-US"/>
        </a:p>
      </dgm:t>
    </dgm:pt>
    <dgm:pt modelId="{A3DC5D8E-C0B7-4AAD-BA19-CEC922F8F351}" type="sibTrans" cxnId="{B27E18F0-9538-4ED5-BC23-FC9AF2F6E85F}">
      <dgm:prSet/>
      <dgm:spPr/>
      <dgm:t>
        <a:bodyPr/>
        <a:lstStyle/>
        <a:p>
          <a:endParaRPr lang="en-US"/>
        </a:p>
      </dgm:t>
    </dgm:pt>
    <dgm:pt modelId="{D9760FFB-C08F-4CB1-8865-CEFCEA3DA52B}">
      <dgm:prSet/>
      <dgm:spPr/>
      <dgm:t>
        <a:bodyPr/>
        <a:lstStyle/>
        <a:p>
          <a:r>
            <a:rPr lang="en-US"/>
            <a:t>Build Multi-agent system that extracts 'Team Members' and builds catered IPP treatment plan by the various team members who are healthcare professionals from various disciplines.</a:t>
          </a:r>
        </a:p>
      </dgm:t>
    </dgm:pt>
    <dgm:pt modelId="{45AEF404-83ED-482B-9DBB-653F3DD36886}" type="parTrans" cxnId="{918B6006-5188-474B-B398-D6BB6E97874A}">
      <dgm:prSet/>
      <dgm:spPr/>
      <dgm:t>
        <a:bodyPr/>
        <a:lstStyle/>
        <a:p>
          <a:endParaRPr lang="en-US"/>
        </a:p>
      </dgm:t>
    </dgm:pt>
    <dgm:pt modelId="{F3B516D8-9ACF-4ACD-9A5C-5D83AE7E2D59}" type="sibTrans" cxnId="{918B6006-5188-474B-B398-D6BB6E97874A}">
      <dgm:prSet/>
      <dgm:spPr/>
      <dgm:t>
        <a:bodyPr/>
        <a:lstStyle/>
        <a:p>
          <a:endParaRPr lang="en-US"/>
        </a:p>
      </dgm:t>
    </dgm:pt>
    <dgm:pt modelId="{1384E19A-519E-42F9-86A0-CB9229BCFF6E}">
      <dgm:prSet/>
      <dgm:spPr/>
      <dgm:t>
        <a:bodyPr/>
        <a:lstStyle/>
        <a:p>
          <a:r>
            <a:rPr lang="en-US">
              <a:latin typeface="Neue Haas Grotesk Text Pro"/>
            </a:rPr>
            <a:t>BRIDGE</a:t>
          </a:r>
          <a:endParaRPr lang="en-US"/>
        </a:p>
      </dgm:t>
    </dgm:pt>
    <dgm:pt modelId="{48A4E6FC-85C2-4726-8067-0D582A0A21C0}" type="parTrans" cxnId="{7AFA03F9-A71D-43EC-AA9D-7BA4FD8520BA}">
      <dgm:prSet/>
      <dgm:spPr/>
      <dgm:t>
        <a:bodyPr/>
        <a:lstStyle/>
        <a:p>
          <a:endParaRPr lang="en-US"/>
        </a:p>
      </dgm:t>
    </dgm:pt>
    <dgm:pt modelId="{D5FB7644-9323-4E33-9D45-AD6A7D819C7C}" type="sibTrans" cxnId="{7AFA03F9-A71D-43EC-AA9D-7BA4FD8520BA}">
      <dgm:prSet/>
      <dgm:spPr/>
      <dgm:t>
        <a:bodyPr/>
        <a:lstStyle/>
        <a:p>
          <a:endParaRPr lang="en-US"/>
        </a:p>
      </dgm:t>
    </dgm:pt>
    <dgm:pt modelId="{742C90A7-00D8-43DD-BC5A-0BE7D1689EDE}">
      <dgm:prSet/>
      <dgm:spPr/>
      <dgm:t>
        <a:bodyPr/>
        <a:lstStyle/>
        <a:p>
          <a:r>
            <a:rPr lang="en-US"/>
            <a:t>Specific private case studies</a:t>
          </a:r>
        </a:p>
      </dgm:t>
    </dgm:pt>
    <dgm:pt modelId="{42BDBD76-19D6-4223-88AD-DBBDA451E93D}" type="parTrans" cxnId="{412A4042-1E32-4838-A6A8-68B597C09F43}">
      <dgm:prSet/>
      <dgm:spPr/>
      <dgm:t>
        <a:bodyPr/>
        <a:lstStyle/>
        <a:p>
          <a:endParaRPr lang="en-US"/>
        </a:p>
      </dgm:t>
    </dgm:pt>
    <dgm:pt modelId="{DBBE21A6-6679-4E8B-8171-4806BB403B66}" type="sibTrans" cxnId="{412A4042-1E32-4838-A6A8-68B597C09F43}">
      <dgm:prSet/>
      <dgm:spPr/>
      <dgm:t>
        <a:bodyPr/>
        <a:lstStyle/>
        <a:p>
          <a:endParaRPr lang="en-US"/>
        </a:p>
      </dgm:t>
    </dgm:pt>
    <dgm:pt modelId="{3A35C691-0A62-4F49-A6C0-B75C54CCB2BA}">
      <dgm:prSet/>
      <dgm:spPr/>
      <dgm:t>
        <a:bodyPr/>
        <a:lstStyle/>
        <a:p>
          <a:r>
            <a:rPr lang="en-US"/>
            <a:t>Build Multi-agent system, that has specific agents from various disciplines, to facilitate IPE.</a:t>
          </a:r>
        </a:p>
      </dgm:t>
    </dgm:pt>
    <dgm:pt modelId="{AF9E78C8-F0B3-436C-8CFA-D095592CFF04}" type="parTrans" cxnId="{C0714D87-94A7-4677-A43B-8B4BC8FCDCDC}">
      <dgm:prSet/>
      <dgm:spPr/>
      <dgm:t>
        <a:bodyPr/>
        <a:lstStyle/>
        <a:p>
          <a:endParaRPr lang="en-US"/>
        </a:p>
      </dgm:t>
    </dgm:pt>
    <dgm:pt modelId="{C78F4A61-A3D0-486B-BC3B-4AD92986F821}" type="sibTrans" cxnId="{C0714D87-94A7-4677-A43B-8B4BC8FCDCDC}">
      <dgm:prSet/>
      <dgm:spPr/>
      <dgm:t>
        <a:bodyPr/>
        <a:lstStyle/>
        <a:p>
          <a:endParaRPr lang="en-US"/>
        </a:p>
      </dgm:t>
    </dgm:pt>
    <dgm:pt modelId="{AAF058AC-C1A3-4125-8AD6-C014B87B0B79}">
      <dgm:prSet/>
      <dgm:spPr/>
      <dgm:t>
        <a:bodyPr/>
        <a:lstStyle/>
        <a:p>
          <a:r>
            <a:rPr lang="en-US"/>
            <a:t>Build a website for customer use.</a:t>
          </a:r>
        </a:p>
      </dgm:t>
    </dgm:pt>
    <dgm:pt modelId="{FB14CE7C-C9FE-4EA2-81F9-06D853C7FF39}" type="parTrans" cxnId="{39260CC2-122F-43E9-BAEC-D7D58ADB7595}">
      <dgm:prSet/>
      <dgm:spPr/>
      <dgm:t>
        <a:bodyPr/>
        <a:lstStyle/>
        <a:p>
          <a:endParaRPr lang="en-US"/>
        </a:p>
      </dgm:t>
    </dgm:pt>
    <dgm:pt modelId="{BFF73E8B-8E94-411F-935A-CE0553174454}" type="sibTrans" cxnId="{39260CC2-122F-43E9-BAEC-D7D58ADB7595}">
      <dgm:prSet/>
      <dgm:spPr/>
      <dgm:t>
        <a:bodyPr/>
        <a:lstStyle/>
        <a:p>
          <a:endParaRPr lang="en-US"/>
        </a:p>
      </dgm:t>
    </dgm:pt>
    <dgm:pt modelId="{8B0C7E34-70B0-4F48-A38B-CEC2FE4D9D31}" type="pres">
      <dgm:prSet presAssocID="{8AA37F8F-B35B-40C9-B8A9-035E9E202277}" presName="root" presStyleCnt="0">
        <dgm:presLayoutVars>
          <dgm:dir/>
          <dgm:resizeHandles val="exact"/>
        </dgm:presLayoutVars>
      </dgm:prSet>
      <dgm:spPr/>
    </dgm:pt>
    <dgm:pt modelId="{E6F58A29-7568-4315-B56F-FBF98D41A73E}" type="pres">
      <dgm:prSet presAssocID="{1CD6454C-AC2D-4D8D-8D18-004F9F8DA1AC}" presName="compNode" presStyleCnt="0"/>
      <dgm:spPr/>
    </dgm:pt>
    <dgm:pt modelId="{C886C23C-2CC6-4156-893B-830A05CE6412}" type="pres">
      <dgm:prSet presAssocID="{1CD6454C-AC2D-4D8D-8D18-004F9F8DA1AC}" presName="bgRect" presStyleLbl="bgShp" presStyleIdx="0" presStyleCnt="2"/>
      <dgm:spPr/>
    </dgm:pt>
    <dgm:pt modelId="{7B75F620-A8C3-4AAB-861A-3B5248BFA82E}" type="pres">
      <dgm:prSet presAssocID="{1CD6454C-AC2D-4D8D-8D18-004F9F8DA1A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6DD485C-0B87-40A1-98D4-A71A78508731}" type="pres">
      <dgm:prSet presAssocID="{1CD6454C-AC2D-4D8D-8D18-004F9F8DA1AC}" presName="spaceRect" presStyleCnt="0"/>
      <dgm:spPr/>
    </dgm:pt>
    <dgm:pt modelId="{6F7A8D29-C9F1-4E63-B35D-57BD1AFE4A4C}" type="pres">
      <dgm:prSet presAssocID="{1CD6454C-AC2D-4D8D-8D18-004F9F8DA1AC}" presName="parTx" presStyleLbl="revTx" presStyleIdx="0" presStyleCnt="4">
        <dgm:presLayoutVars>
          <dgm:chMax val="0"/>
          <dgm:chPref val="0"/>
        </dgm:presLayoutVars>
      </dgm:prSet>
      <dgm:spPr/>
    </dgm:pt>
    <dgm:pt modelId="{562E91BA-476F-495D-898D-9D5D044C5364}" type="pres">
      <dgm:prSet presAssocID="{1CD6454C-AC2D-4D8D-8D18-004F9F8DA1AC}" presName="desTx" presStyleLbl="revTx" presStyleIdx="1" presStyleCnt="4">
        <dgm:presLayoutVars/>
      </dgm:prSet>
      <dgm:spPr/>
    </dgm:pt>
    <dgm:pt modelId="{C420A5D6-6A76-4581-825C-A2D807778B48}" type="pres">
      <dgm:prSet presAssocID="{0A29DEC2-E957-45A2-887F-973D5BC2E420}" presName="sibTrans" presStyleCnt="0"/>
      <dgm:spPr/>
    </dgm:pt>
    <dgm:pt modelId="{0DA31CFD-BD37-4028-8FE7-FD6395168DDB}" type="pres">
      <dgm:prSet presAssocID="{1384E19A-519E-42F9-86A0-CB9229BCFF6E}" presName="compNode" presStyleCnt="0"/>
      <dgm:spPr/>
    </dgm:pt>
    <dgm:pt modelId="{FBE0FEC3-3B95-4E48-B41E-AEAFF42DC49B}" type="pres">
      <dgm:prSet presAssocID="{1384E19A-519E-42F9-86A0-CB9229BCFF6E}" presName="bgRect" presStyleLbl="bgShp" presStyleIdx="1" presStyleCnt="2"/>
      <dgm:spPr/>
    </dgm:pt>
    <dgm:pt modelId="{9F98CDB4-C5C4-40D3-970F-1ED85FA1C6F7}" type="pres">
      <dgm:prSet presAssocID="{1384E19A-519E-42F9-86A0-CB9229BCFF6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DE77352-C445-4BC7-9B73-666CBF61518E}" type="pres">
      <dgm:prSet presAssocID="{1384E19A-519E-42F9-86A0-CB9229BCFF6E}" presName="spaceRect" presStyleCnt="0"/>
      <dgm:spPr/>
    </dgm:pt>
    <dgm:pt modelId="{58D3B976-FE61-4B19-83E0-40CBD8F0713D}" type="pres">
      <dgm:prSet presAssocID="{1384E19A-519E-42F9-86A0-CB9229BCFF6E}" presName="parTx" presStyleLbl="revTx" presStyleIdx="2" presStyleCnt="4">
        <dgm:presLayoutVars>
          <dgm:chMax val="0"/>
          <dgm:chPref val="0"/>
        </dgm:presLayoutVars>
      </dgm:prSet>
      <dgm:spPr/>
    </dgm:pt>
    <dgm:pt modelId="{742FEF71-264C-44BC-A26E-AD4A9736E78D}" type="pres">
      <dgm:prSet presAssocID="{1384E19A-519E-42F9-86A0-CB9229BCFF6E}" presName="desTx" presStyleLbl="revTx" presStyleIdx="3" presStyleCnt="4">
        <dgm:presLayoutVars/>
      </dgm:prSet>
      <dgm:spPr/>
    </dgm:pt>
  </dgm:ptLst>
  <dgm:cxnLst>
    <dgm:cxn modelId="{19911503-A9EF-41E0-A76B-A2F27714E670}" type="presOf" srcId="{D9760FFB-C08F-4CB1-8865-CEFCEA3DA52B}" destId="{562E91BA-476F-495D-898D-9D5D044C5364}" srcOrd="0" destOrd="1" presId="urn:microsoft.com/office/officeart/2018/2/layout/IconVerticalSolidList"/>
    <dgm:cxn modelId="{918B6006-5188-474B-B398-D6BB6E97874A}" srcId="{1CD6454C-AC2D-4D8D-8D18-004F9F8DA1AC}" destId="{D9760FFB-C08F-4CB1-8865-CEFCEA3DA52B}" srcOrd="1" destOrd="0" parTransId="{45AEF404-83ED-482B-9DBB-653F3DD36886}" sibTransId="{F3B516D8-9ACF-4ACD-9A5C-5D83AE7E2D59}"/>
    <dgm:cxn modelId="{B9FBE118-D6DD-4739-AC2E-7D462AAD3178}" type="presOf" srcId="{AAF058AC-C1A3-4125-8AD6-C014B87B0B79}" destId="{742FEF71-264C-44BC-A26E-AD4A9736E78D}" srcOrd="0" destOrd="2" presId="urn:microsoft.com/office/officeart/2018/2/layout/IconVerticalSolidList"/>
    <dgm:cxn modelId="{5BBF9320-8CF9-4277-8274-108B8A04464D}" type="presOf" srcId="{1CD6454C-AC2D-4D8D-8D18-004F9F8DA1AC}" destId="{6F7A8D29-C9F1-4E63-B35D-57BD1AFE4A4C}" srcOrd="0" destOrd="0" presId="urn:microsoft.com/office/officeart/2018/2/layout/IconVerticalSolidList"/>
    <dgm:cxn modelId="{EAD7A928-623E-4B43-9988-239303FF39C1}" type="presOf" srcId="{8AA37F8F-B35B-40C9-B8A9-035E9E202277}" destId="{8B0C7E34-70B0-4F48-A38B-CEC2FE4D9D31}" srcOrd="0" destOrd="0" presId="urn:microsoft.com/office/officeart/2018/2/layout/IconVerticalSolidList"/>
    <dgm:cxn modelId="{412A4042-1E32-4838-A6A8-68B597C09F43}" srcId="{1384E19A-519E-42F9-86A0-CB9229BCFF6E}" destId="{742C90A7-00D8-43DD-BC5A-0BE7D1689EDE}" srcOrd="0" destOrd="0" parTransId="{42BDBD76-19D6-4223-88AD-DBBDA451E93D}" sibTransId="{DBBE21A6-6679-4E8B-8171-4806BB403B66}"/>
    <dgm:cxn modelId="{D5E9B66C-1DA5-4F7B-8CE9-76EB3372CBCB}" type="presOf" srcId="{1384E19A-519E-42F9-86A0-CB9229BCFF6E}" destId="{58D3B976-FE61-4B19-83E0-40CBD8F0713D}" srcOrd="0" destOrd="0" presId="urn:microsoft.com/office/officeart/2018/2/layout/IconVerticalSolidList"/>
    <dgm:cxn modelId="{8C083B4E-4E67-4E84-A540-A8A7AFA7CFC8}" srcId="{8AA37F8F-B35B-40C9-B8A9-035E9E202277}" destId="{1CD6454C-AC2D-4D8D-8D18-004F9F8DA1AC}" srcOrd="0" destOrd="0" parTransId="{8A38537D-028C-43AE-A657-C3F377A379F5}" sibTransId="{0A29DEC2-E957-45A2-887F-973D5BC2E420}"/>
    <dgm:cxn modelId="{F3CC8D72-7C32-43F8-BC8A-1E096EEC27D2}" type="presOf" srcId="{742C90A7-00D8-43DD-BC5A-0BE7D1689EDE}" destId="{742FEF71-264C-44BC-A26E-AD4A9736E78D}" srcOrd="0" destOrd="0" presId="urn:microsoft.com/office/officeart/2018/2/layout/IconVerticalSolidList"/>
    <dgm:cxn modelId="{C0714D87-94A7-4677-A43B-8B4BC8FCDCDC}" srcId="{1384E19A-519E-42F9-86A0-CB9229BCFF6E}" destId="{3A35C691-0A62-4F49-A6C0-B75C54CCB2BA}" srcOrd="1" destOrd="0" parTransId="{AF9E78C8-F0B3-436C-8CFA-D095592CFF04}" sibTransId="{C78F4A61-A3D0-486B-BC3B-4AD92986F821}"/>
    <dgm:cxn modelId="{43A2D08C-01E3-4753-92E5-273FFAA4F22A}" type="presOf" srcId="{F74627CD-3E1A-49B2-8CAA-082BF7B1A7C6}" destId="{562E91BA-476F-495D-898D-9D5D044C5364}" srcOrd="0" destOrd="0" presId="urn:microsoft.com/office/officeart/2018/2/layout/IconVerticalSolidList"/>
    <dgm:cxn modelId="{12CE07B3-786B-49A1-9BCB-C0B511EDFE43}" type="presOf" srcId="{3A35C691-0A62-4F49-A6C0-B75C54CCB2BA}" destId="{742FEF71-264C-44BC-A26E-AD4A9736E78D}" srcOrd="0" destOrd="1" presId="urn:microsoft.com/office/officeart/2018/2/layout/IconVerticalSolidList"/>
    <dgm:cxn modelId="{39260CC2-122F-43E9-BAEC-D7D58ADB7595}" srcId="{1384E19A-519E-42F9-86A0-CB9229BCFF6E}" destId="{AAF058AC-C1A3-4125-8AD6-C014B87B0B79}" srcOrd="2" destOrd="0" parTransId="{FB14CE7C-C9FE-4EA2-81F9-06D853C7FF39}" sibTransId="{BFF73E8B-8E94-411F-935A-CE0553174454}"/>
    <dgm:cxn modelId="{B27E18F0-9538-4ED5-BC23-FC9AF2F6E85F}" srcId="{1CD6454C-AC2D-4D8D-8D18-004F9F8DA1AC}" destId="{F74627CD-3E1A-49B2-8CAA-082BF7B1A7C6}" srcOrd="0" destOrd="0" parTransId="{73B10300-A59D-4E80-9767-9C9E2D694283}" sibTransId="{A3DC5D8E-C0B7-4AAD-BA19-CEC922F8F351}"/>
    <dgm:cxn modelId="{7AFA03F9-A71D-43EC-AA9D-7BA4FD8520BA}" srcId="{8AA37F8F-B35B-40C9-B8A9-035E9E202277}" destId="{1384E19A-519E-42F9-86A0-CB9229BCFF6E}" srcOrd="1" destOrd="0" parTransId="{48A4E6FC-85C2-4726-8067-0D582A0A21C0}" sibTransId="{D5FB7644-9323-4E33-9D45-AD6A7D819C7C}"/>
    <dgm:cxn modelId="{8FC575E0-D219-4431-878E-773472D26C5E}" type="presParOf" srcId="{8B0C7E34-70B0-4F48-A38B-CEC2FE4D9D31}" destId="{E6F58A29-7568-4315-B56F-FBF98D41A73E}" srcOrd="0" destOrd="0" presId="urn:microsoft.com/office/officeart/2018/2/layout/IconVerticalSolidList"/>
    <dgm:cxn modelId="{1B4A705E-CFC9-4501-8AE0-EE38E736DE26}" type="presParOf" srcId="{E6F58A29-7568-4315-B56F-FBF98D41A73E}" destId="{C886C23C-2CC6-4156-893B-830A05CE6412}" srcOrd="0" destOrd="0" presId="urn:microsoft.com/office/officeart/2018/2/layout/IconVerticalSolidList"/>
    <dgm:cxn modelId="{F159E739-FEC1-4193-8AFC-791584FB7177}" type="presParOf" srcId="{E6F58A29-7568-4315-B56F-FBF98D41A73E}" destId="{7B75F620-A8C3-4AAB-861A-3B5248BFA82E}" srcOrd="1" destOrd="0" presId="urn:microsoft.com/office/officeart/2018/2/layout/IconVerticalSolidList"/>
    <dgm:cxn modelId="{DE8FED43-9B3D-4675-AA71-5E37378E1337}" type="presParOf" srcId="{E6F58A29-7568-4315-B56F-FBF98D41A73E}" destId="{86DD485C-0B87-40A1-98D4-A71A78508731}" srcOrd="2" destOrd="0" presId="urn:microsoft.com/office/officeart/2018/2/layout/IconVerticalSolidList"/>
    <dgm:cxn modelId="{50ABFDC6-5EC4-451E-A726-B2F280EFE1DA}" type="presParOf" srcId="{E6F58A29-7568-4315-B56F-FBF98D41A73E}" destId="{6F7A8D29-C9F1-4E63-B35D-57BD1AFE4A4C}" srcOrd="3" destOrd="0" presId="urn:microsoft.com/office/officeart/2018/2/layout/IconVerticalSolidList"/>
    <dgm:cxn modelId="{18D5627B-65AE-472B-A05E-6B1848B622BF}" type="presParOf" srcId="{E6F58A29-7568-4315-B56F-FBF98D41A73E}" destId="{562E91BA-476F-495D-898D-9D5D044C5364}" srcOrd="4" destOrd="0" presId="urn:microsoft.com/office/officeart/2018/2/layout/IconVerticalSolidList"/>
    <dgm:cxn modelId="{54B30C8F-C026-40A7-8EA1-B78FEC25C8A3}" type="presParOf" srcId="{8B0C7E34-70B0-4F48-A38B-CEC2FE4D9D31}" destId="{C420A5D6-6A76-4581-825C-A2D807778B48}" srcOrd="1" destOrd="0" presId="urn:microsoft.com/office/officeart/2018/2/layout/IconVerticalSolidList"/>
    <dgm:cxn modelId="{DFEAE84F-E6C9-45EA-B021-82A5F443CFAF}" type="presParOf" srcId="{8B0C7E34-70B0-4F48-A38B-CEC2FE4D9D31}" destId="{0DA31CFD-BD37-4028-8FE7-FD6395168DDB}" srcOrd="2" destOrd="0" presId="urn:microsoft.com/office/officeart/2018/2/layout/IconVerticalSolidList"/>
    <dgm:cxn modelId="{9382AFBF-7705-470C-9687-655EF93D3E32}" type="presParOf" srcId="{0DA31CFD-BD37-4028-8FE7-FD6395168DDB}" destId="{FBE0FEC3-3B95-4E48-B41E-AEAFF42DC49B}" srcOrd="0" destOrd="0" presId="urn:microsoft.com/office/officeart/2018/2/layout/IconVerticalSolidList"/>
    <dgm:cxn modelId="{C6A8761C-4EA3-4B35-A7B7-4C25F09BE7CD}" type="presParOf" srcId="{0DA31CFD-BD37-4028-8FE7-FD6395168DDB}" destId="{9F98CDB4-C5C4-40D3-970F-1ED85FA1C6F7}" srcOrd="1" destOrd="0" presId="urn:microsoft.com/office/officeart/2018/2/layout/IconVerticalSolidList"/>
    <dgm:cxn modelId="{B0B857AF-C392-472A-9484-7ABBC37DB55B}" type="presParOf" srcId="{0DA31CFD-BD37-4028-8FE7-FD6395168DDB}" destId="{ADE77352-C445-4BC7-9B73-666CBF61518E}" srcOrd="2" destOrd="0" presId="urn:microsoft.com/office/officeart/2018/2/layout/IconVerticalSolidList"/>
    <dgm:cxn modelId="{D4065C64-BEA1-4A9A-8A82-FC41E11A8327}" type="presParOf" srcId="{0DA31CFD-BD37-4028-8FE7-FD6395168DDB}" destId="{58D3B976-FE61-4B19-83E0-40CBD8F0713D}" srcOrd="3" destOrd="0" presId="urn:microsoft.com/office/officeart/2018/2/layout/IconVerticalSolidList"/>
    <dgm:cxn modelId="{5F4337EA-E7D0-4894-A60F-E3232DF768FD}" type="presParOf" srcId="{0DA31CFD-BD37-4028-8FE7-FD6395168DDB}" destId="{742FEF71-264C-44BC-A26E-AD4A9736E78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65B2D2-1E1C-4861-BB5F-E8168DD587EA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276E5AC-E15C-41D0-902F-A2459F350AAF}">
      <dgm:prSet/>
      <dgm:spPr/>
      <dgm:t>
        <a:bodyPr/>
        <a:lstStyle/>
        <a:p>
          <a:r>
            <a:rPr lang="en-US"/>
            <a:t>Agents:</a:t>
          </a:r>
        </a:p>
      </dgm:t>
    </dgm:pt>
    <dgm:pt modelId="{1AA4637A-D88B-46F9-9F29-445D4A07704D}" type="parTrans" cxnId="{EBA6BEED-4858-41E9-89E3-E82681C31EBC}">
      <dgm:prSet/>
      <dgm:spPr/>
      <dgm:t>
        <a:bodyPr/>
        <a:lstStyle/>
        <a:p>
          <a:endParaRPr lang="en-US"/>
        </a:p>
      </dgm:t>
    </dgm:pt>
    <dgm:pt modelId="{65406FC0-A572-4430-87FD-8ADFCA929945}" type="sibTrans" cxnId="{EBA6BEED-4858-41E9-89E3-E82681C31EBC}">
      <dgm:prSet/>
      <dgm:spPr/>
      <dgm:t>
        <a:bodyPr/>
        <a:lstStyle/>
        <a:p>
          <a:endParaRPr lang="en-US"/>
        </a:p>
      </dgm:t>
    </dgm:pt>
    <dgm:pt modelId="{C0C66926-056B-4239-859C-80B0B06D7D44}">
      <dgm:prSet/>
      <dgm:spPr/>
      <dgm:t>
        <a:bodyPr/>
        <a:lstStyle/>
        <a:p>
          <a:r>
            <a:rPr lang="en-US"/>
            <a:t>Nurse</a:t>
          </a:r>
        </a:p>
      </dgm:t>
    </dgm:pt>
    <dgm:pt modelId="{8DC999D1-3EF4-462F-AAF4-75E555A53C23}" type="parTrans" cxnId="{D6EA4298-99C2-4B25-B935-A0AFB7E7319B}">
      <dgm:prSet/>
      <dgm:spPr/>
      <dgm:t>
        <a:bodyPr/>
        <a:lstStyle/>
        <a:p>
          <a:endParaRPr lang="en-US"/>
        </a:p>
      </dgm:t>
    </dgm:pt>
    <dgm:pt modelId="{33B35B1B-997A-4685-BF90-755F1258E4D4}" type="sibTrans" cxnId="{D6EA4298-99C2-4B25-B935-A0AFB7E7319B}">
      <dgm:prSet/>
      <dgm:spPr/>
      <dgm:t>
        <a:bodyPr/>
        <a:lstStyle/>
        <a:p>
          <a:endParaRPr lang="en-US"/>
        </a:p>
      </dgm:t>
    </dgm:pt>
    <dgm:pt modelId="{314A6DB7-9203-4D58-95F9-D6273326AF42}">
      <dgm:prSet/>
      <dgm:spPr/>
      <dgm:t>
        <a:bodyPr/>
        <a:lstStyle/>
        <a:p>
          <a:r>
            <a:rPr lang="en-US"/>
            <a:t>Physician Assistant</a:t>
          </a:r>
        </a:p>
      </dgm:t>
    </dgm:pt>
    <dgm:pt modelId="{9EAB0B01-4439-4EA6-9BA5-51B7A37EB684}" type="parTrans" cxnId="{B701CB37-D5D1-415C-B6DF-62E11A6BDB5D}">
      <dgm:prSet/>
      <dgm:spPr/>
      <dgm:t>
        <a:bodyPr/>
        <a:lstStyle/>
        <a:p>
          <a:endParaRPr lang="en-US"/>
        </a:p>
      </dgm:t>
    </dgm:pt>
    <dgm:pt modelId="{76ACE1E1-B685-442F-BFA8-DD90162187CB}" type="sibTrans" cxnId="{B701CB37-D5D1-415C-B6DF-62E11A6BDB5D}">
      <dgm:prSet/>
      <dgm:spPr/>
      <dgm:t>
        <a:bodyPr/>
        <a:lstStyle/>
        <a:p>
          <a:endParaRPr lang="en-US"/>
        </a:p>
      </dgm:t>
    </dgm:pt>
    <dgm:pt modelId="{97108243-0AED-4E82-8538-9B974109D01B}">
      <dgm:prSet/>
      <dgm:spPr/>
      <dgm:t>
        <a:bodyPr/>
        <a:lstStyle/>
        <a:p>
          <a:r>
            <a:rPr lang="en-US"/>
            <a:t>Medical Social Worker</a:t>
          </a:r>
        </a:p>
      </dgm:t>
    </dgm:pt>
    <dgm:pt modelId="{1B8A3F36-5F9F-4DEE-A266-47FB8A6F2021}" type="parTrans" cxnId="{AB2CCF72-D2D0-423C-9C06-4E26427EA2B8}">
      <dgm:prSet/>
      <dgm:spPr/>
      <dgm:t>
        <a:bodyPr/>
        <a:lstStyle/>
        <a:p>
          <a:endParaRPr lang="en-US"/>
        </a:p>
      </dgm:t>
    </dgm:pt>
    <dgm:pt modelId="{11D04DCC-C8BE-4A57-9CD4-69B74844D5C5}" type="sibTrans" cxnId="{AB2CCF72-D2D0-423C-9C06-4E26427EA2B8}">
      <dgm:prSet/>
      <dgm:spPr/>
      <dgm:t>
        <a:bodyPr/>
        <a:lstStyle/>
        <a:p>
          <a:endParaRPr lang="en-US"/>
        </a:p>
      </dgm:t>
    </dgm:pt>
    <dgm:pt modelId="{BB3D1440-DB88-49B0-A2B0-CD134CC2532A}">
      <dgm:prSet/>
      <dgm:spPr/>
      <dgm:t>
        <a:bodyPr/>
        <a:lstStyle/>
        <a:p>
          <a:r>
            <a:rPr lang="en-US"/>
            <a:t>Physical Therapist</a:t>
          </a:r>
        </a:p>
      </dgm:t>
    </dgm:pt>
    <dgm:pt modelId="{A5A2FC06-057E-4253-B091-9197C6FFFCAD}" type="parTrans" cxnId="{378EAF06-D995-4D33-B800-A5E965EF4224}">
      <dgm:prSet/>
      <dgm:spPr/>
      <dgm:t>
        <a:bodyPr/>
        <a:lstStyle/>
        <a:p>
          <a:endParaRPr lang="en-US"/>
        </a:p>
      </dgm:t>
    </dgm:pt>
    <dgm:pt modelId="{B2F09E7A-936F-4A32-85FC-5A142E41CDB7}" type="sibTrans" cxnId="{378EAF06-D995-4D33-B800-A5E965EF4224}">
      <dgm:prSet/>
      <dgm:spPr/>
      <dgm:t>
        <a:bodyPr/>
        <a:lstStyle/>
        <a:p>
          <a:endParaRPr lang="en-US"/>
        </a:p>
      </dgm:t>
    </dgm:pt>
    <dgm:pt modelId="{11DC8109-53C7-4CA8-84E7-F85824C4980F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Public Health Professional</a:t>
          </a:r>
          <a:endParaRPr lang="en-US"/>
        </a:p>
      </dgm:t>
    </dgm:pt>
    <dgm:pt modelId="{CEEA3258-9839-414F-83F8-369277C0BE5B}" type="parTrans" cxnId="{444DF61E-4FAB-4B8F-88F2-5BF54E82434B}">
      <dgm:prSet/>
      <dgm:spPr/>
      <dgm:t>
        <a:bodyPr/>
        <a:lstStyle/>
        <a:p>
          <a:endParaRPr lang="en-US"/>
        </a:p>
      </dgm:t>
    </dgm:pt>
    <dgm:pt modelId="{D178B529-F179-410C-A7C7-E757AF0713E0}" type="sibTrans" cxnId="{444DF61E-4FAB-4B8F-88F2-5BF54E82434B}">
      <dgm:prSet/>
      <dgm:spPr/>
      <dgm:t>
        <a:bodyPr/>
        <a:lstStyle/>
        <a:p>
          <a:endParaRPr lang="en-US"/>
        </a:p>
      </dgm:t>
    </dgm:pt>
    <dgm:pt modelId="{AC6B3AF8-60D4-4309-A1FE-7E369F7B69A8}">
      <dgm:prSet/>
      <dgm:spPr/>
      <dgm:t>
        <a:bodyPr/>
        <a:lstStyle/>
        <a:p>
          <a:r>
            <a:rPr lang="en-US"/>
            <a:t>The idea is that given a patient's case study, these agents should be able to substitute for professionals and help collaborate and facilitate learning by being able to answer various questions regarding the case.</a:t>
          </a:r>
        </a:p>
      </dgm:t>
    </dgm:pt>
    <dgm:pt modelId="{952F0BCE-422D-48F4-B678-EBDB800A3046}" type="parTrans" cxnId="{10A9D9B3-B2F5-43DD-A435-D6E4FC22F314}">
      <dgm:prSet/>
      <dgm:spPr/>
      <dgm:t>
        <a:bodyPr/>
        <a:lstStyle/>
        <a:p>
          <a:endParaRPr lang="en-US"/>
        </a:p>
      </dgm:t>
    </dgm:pt>
    <dgm:pt modelId="{9806CA92-4899-44FA-B075-4A279DE2444F}" type="sibTrans" cxnId="{10A9D9B3-B2F5-43DD-A435-D6E4FC22F314}">
      <dgm:prSet/>
      <dgm:spPr/>
      <dgm:t>
        <a:bodyPr/>
        <a:lstStyle/>
        <a:p>
          <a:endParaRPr lang="en-US"/>
        </a:p>
      </dgm:t>
    </dgm:pt>
    <dgm:pt modelId="{DDBA7FD4-B8C2-4007-B82C-6A446B16698D}" type="pres">
      <dgm:prSet presAssocID="{A365B2D2-1E1C-4861-BB5F-E8168DD587EA}" presName="Name0" presStyleCnt="0">
        <dgm:presLayoutVars>
          <dgm:dir/>
          <dgm:animLvl val="lvl"/>
          <dgm:resizeHandles val="exact"/>
        </dgm:presLayoutVars>
      </dgm:prSet>
      <dgm:spPr/>
    </dgm:pt>
    <dgm:pt modelId="{D5043339-84F3-4337-A822-7C3A7C6459BF}" type="pres">
      <dgm:prSet presAssocID="{7276E5AC-E15C-41D0-902F-A2459F350AAF}" presName="linNode" presStyleCnt="0"/>
      <dgm:spPr/>
    </dgm:pt>
    <dgm:pt modelId="{1CEFD041-2073-4AC5-9A6E-3D63D080DFA5}" type="pres">
      <dgm:prSet presAssocID="{7276E5AC-E15C-41D0-902F-A2459F350AA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5B7AB90-2138-4268-8091-C6BC9F664720}" type="pres">
      <dgm:prSet presAssocID="{7276E5AC-E15C-41D0-902F-A2459F350AAF}" presName="descendantText" presStyleLbl="alignAccFollowNode1" presStyleIdx="0" presStyleCnt="1">
        <dgm:presLayoutVars>
          <dgm:bulletEnabled val="1"/>
        </dgm:presLayoutVars>
      </dgm:prSet>
      <dgm:spPr/>
    </dgm:pt>
    <dgm:pt modelId="{EBC9407D-E18A-4273-8231-7B4A96A5D922}" type="pres">
      <dgm:prSet presAssocID="{65406FC0-A572-4430-87FD-8ADFCA929945}" presName="sp" presStyleCnt="0"/>
      <dgm:spPr/>
    </dgm:pt>
    <dgm:pt modelId="{2973965A-C2F1-45DB-A2E5-7FDA242846A5}" type="pres">
      <dgm:prSet presAssocID="{AC6B3AF8-60D4-4309-A1FE-7E369F7B69A8}" presName="linNode" presStyleCnt="0"/>
      <dgm:spPr/>
    </dgm:pt>
    <dgm:pt modelId="{5A6282D1-C849-4B2A-9699-2850E0D82F73}" type="pres">
      <dgm:prSet presAssocID="{AC6B3AF8-60D4-4309-A1FE-7E369F7B69A8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378EAF06-D995-4D33-B800-A5E965EF4224}" srcId="{7276E5AC-E15C-41D0-902F-A2459F350AAF}" destId="{BB3D1440-DB88-49B0-A2B0-CD134CC2532A}" srcOrd="3" destOrd="0" parTransId="{A5A2FC06-057E-4253-B091-9197C6FFFCAD}" sibTransId="{B2F09E7A-936F-4A32-85FC-5A142E41CDB7}"/>
    <dgm:cxn modelId="{34779C1B-254B-4719-B80C-B76F230DEA54}" type="presOf" srcId="{11DC8109-53C7-4CA8-84E7-F85824C4980F}" destId="{95B7AB90-2138-4268-8091-C6BC9F664720}" srcOrd="0" destOrd="4" presId="urn:microsoft.com/office/officeart/2005/8/layout/vList5"/>
    <dgm:cxn modelId="{444DF61E-4FAB-4B8F-88F2-5BF54E82434B}" srcId="{7276E5AC-E15C-41D0-902F-A2459F350AAF}" destId="{11DC8109-53C7-4CA8-84E7-F85824C4980F}" srcOrd="4" destOrd="0" parTransId="{CEEA3258-9839-414F-83F8-369277C0BE5B}" sibTransId="{D178B529-F179-410C-A7C7-E757AF0713E0}"/>
    <dgm:cxn modelId="{69797924-985E-41B2-983D-5EE02B1071D9}" type="presOf" srcId="{C0C66926-056B-4239-859C-80B0B06D7D44}" destId="{95B7AB90-2138-4268-8091-C6BC9F664720}" srcOrd="0" destOrd="0" presId="urn:microsoft.com/office/officeart/2005/8/layout/vList5"/>
    <dgm:cxn modelId="{9BDBB233-D8F3-42C7-A651-9ED470618C17}" type="presOf" srcId="{97108243-0AED-4E82-8538-9B974109D01B}" destId="{95B7AB90-2138-4268-8091-C6BC9F664720}" srcOrd="0" destOrd="2" presId="urn:microsoft.com/office/officeart/2005/8/layout/vList5"/>
    <dgm:cxn modelId="{B701CB37-D5D1-415C-B6DF-62E11A6BDB5D}" srcId="{7276E5AC-E15C-41D0-902F-A2459F350AAF}" destId="{314A6DB7-9203-4D58-95F9-D6273326AF42}" srcOrd="1" destOrd="0" parTransId="{9EAB0B01-4439-4EA6-9BA5-51B7A37EB684}" sibTransId="{76ACE1E1-B685-442F-BFA8-DD90162187CB}"/>
    <dgm:cxn modelId="{78FF5C67-FD92-4C52-97EF-4A8DF878B6A9}" type="presOf" srcId="{BB3D1440-DB88-49B0-A2B0-CD134CC2532A}" destId="{95B7AB90-2138-4268-8091-C6BC9F664720}" srcOrd="0" destOrd="3" presId="urn:microsoft.com/office/officeart/2005/8/layout/vList5"/>
    <dgm:cxn modelId="{D70B4B6D-348C-4107-A5EE-2EC157A37E14}" type="presOf" srcId="{AC6B3AF8-60D4-4309-A1FE-7E369F7B69A8}" destId="{5A6282D1-C849-4B2A-9699-2850E0D82F73}" srcOrd="0" destOrd="0" presId="urn:microsoft.com/office/officeart/2005/8/layout/vList5"/>
    <dgm:cxn modelId="{AB2CCF72-D2D0-423C-9C06-4E26427EA2B8}" srcId="{7276E5AC-E15C-41D0-902F-A2459F350AAF}" destId="{97108243-0AED-4E82-8538-9B974109D01B}" srcOrd="2" destOrd="0" parTransId="{1B8A3F36-5F9F-4DEE-A266-47FB8A6F2021}" sibTransId="{11D04DCC-C8BE-4A57-9CD4-69B74844D5C5}"/>
    <dgm:cxn modelId="{142B7E59-103D-42C5-8926-7D3052510E69}" type="presOf" srcId="{A365B2D2-1E1C-4861-BB5F-E8168DD587EA}" destId="{DDBA7FD4-B8C2-4007-B82C-6A446B16698D}" srcOrd="0" destOrd="0" presId="urn:microsoft.com/office/officeart/2005/8/layout/vList5"/>
    <dgm:cxn modelId="{C00A3A94-E381-455D-B2EB-6CAEC7F6CB1B}" type="presOf" srcId="{314A6DB7-9203-4D58-95F9-D6273326AF42}" destId="{95B7AB90-2138-4268-8091-C6BC9F664720}" srcOrd="0" destOrd="1" presId="urn:microsoft.com/office/officeart/2005/8/layout/vList5"/>
    <dgm:cxn modelId="{D6EA4298-99C2-4B25-B935-A0AFB7E7319B}" srcId="{7276E5AC-E15C-41D0-902F-A2459F350AAF}" destId="{C0C66926-056B-4239-859C-80B0B06D7D44}" srcOrd="0" destOrd="0" parTransId="{8DC999D1-3EF4-462F-AAF4-75E555A53C23}" sibTransId="{33B35B1B-997A-4685-BF90-755F1258E4D4}"/>
    <dgm:cxn modelId="{10A9D9B3-B2F5-43DD-A435-D6E4FC22F314}" srcId="{A365B2D2-1E1C-4861-BB5F-E8168DD587EA}" destId="{AC6B3AF8-60D4-4309-A1FE-7E369F7B69A8}" srcOrd="1" destOrd="0" parTransId="{952F0BCE-422D-48F4-B678-EBDB800A3046}" sibTransId="{9806CA92-4899-44FA-B075-4A279DE2444F}"/>
    <dgm:cxn modelId="{EBA6BEED-4858-41E9-89E3-E82681C31EBC}" srcId="{A365B2D2-1E1C-4861-BB5F-E8168DD587EA}" destId="{7276E5AC-E15C-41D0-902F-A2459F350AAF}" srcOrd="0" destOrd="0" parTransId="{1AA4637A-D88B-46F9-9F29-445D4A07704D}" sibTransId="{65406FC0-A572-4430-87FD-8ADFCA929945}"/>
    <dgm:cxn modelId="{15417DF1-82AD-4ADC-92DD-7D050025B828}" type="presOf" srcId="{7276E5AC-E15C-41D0-902F-A2459F350AAF}" destId="{1CEFD041-2073-4AC5-9A6E-3D63D080DFA5}" srcOrd="0" destOrd="0" presId="urn:microsoft.com/office/officeart/2005/8/layout/vList5"/>
    <dgm:cxn modelId="{AD6AC0A7-8CB8-4B81-9434-24395338F82A}" type="presParOf" srcId="{DDBA7FD4-B8C2-4007-B82C-6A446B16698D}" destId="{D5043339-84F3-4337-A822-7C3A7C6459BF}" srcOrd="0" destOrd="0" presId="urn:microsoft.com/office/officeart/2005/8/layout/vList5"/>
    <dgm:cxn modelId="{4D7611AB-F121-4A27-9227-B4DBFA85B538}" type="presParOf" srcId="{D5043339-84F3-4337-A822-7C3A7C6459BF}" destId="{1CEFD041-2073-4AC5-9A6E-3D63D080DFA5}" srcOrd="0" destOrd="0" presId="urn:microsoft.com/office/officeart/2005/8/layout/vList5"/>
    <dgm:cxn modelId="{26CA06FA-627D-474C-BD6A-4D246C383BBB}" type="presParOf" srcId="{D5043339-84F3-4337-A822-7C3A7C6459BF}" destId="{95B7AB90-2138-4268-8091-C6BC9F664720}" srcOrd="1" destOrd="0" presId="urn:microsoft.com/office/officeart/2005/8/layout/vList5"/>
    <dgm:cxn modelId="{A0B593C2-E83F-403B-BC3F-D7E4B9EFEAB9}" type="presParOf" srcId="{DDBA7FD4-B8C2-4007-B82C-6A446B16698D}" destId="{EBC9407D-E18A-4273-8231-7B4A96A5D922}" srcOrd="1" destOrd="0" presId="urn:microsoft.com/office/officeart/2005/8/layout/vList5"/>
    <dgm:cxn modelId="{E07FF5A6-3E58-4274-BD1F-883353C0F325}" type="presParOf" srcId="{DDBA7FD4-B8C2-4007-B82C-6A446B16698D}" destId="{2973965A-C2F1-45DB-A2E5-7FDA242846A5}" srcOrd="2" destOrd="0" presId="urn:microsoft.com/office/officeart/2005/8/layout/vList5"/>
    <dgm:cxn modelId="{4A998C61-6114-424A-8D64-93CDAB61C571}" type="presParOf" srcId="{2973965A-C2F1-45DB-A2E5-7FDA242846A5}" destId="{5A6282D1-C849-4B2A-9699-2850E0D82F7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E7ECED-BCC6-477B-B6C2-0C677077346A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4A5B624-7920-456E-877C-87014EE6C12A}">
      <dgm:prSet/>
      <dgm:spPr/>
      <dgm:t>
        <a:bodyPr/>
        <a:lstStyle/>
        <a:p>
          <a:r>
            <a:rPr lang="en-US"/>
            <a:t>Convert all the data from PDFs to </a:t>
          </a:r>
          <a:r>
            <a:rPr lang="en-US" err="1"/>
            <a:t>Stuctured</a:t>
          </a:r>
          <a:r>
            <a:rPr lang="en-US"/>
            <a:t> JSONs</a:t>
          </a:r>
        </a:p>
      </dgm:t>
    </dgm:pt>
    <dgm:pt modelId="{5A705AC7-E76B-476C-AA38-F3C69943472A}" type="parTrans" cxnId="{B5427223-9578-4ABA-B4CB-4DE54B03E53D}">
      <dgm:prSet/>
      <dgm:spPr/>
      <dgm:t>
        <a:bodyPr/>
        <a:lstStyle/>
        <a:p>
          <a:endParaRPr lang="en-US"/>
        </a:p>
      </dgm:t>
    </dgm:pt>
    <dgm:pt modelId="{5BBA3AF5-F6D8-454F-8381-B9B52E4BDF82}" type="sibTrans" cxnId="{B5427223-9578-4ABA-B4CB-4DE54B03E53D}">
      <dgm:prSet phldrT="1"/>
      <dgm:spPr/>
    </dgm:pt>
    <dgm:pt modelId="{810F7675-AF56-4848-9D6D-6C081DC0CAFA}">
      <dgm:prSet/>
      <dgm:spPr/>
      <dgm:t>
        <a:bodyPr/>
        <a:lstStyle/>
        <a:p>
          <a:pPr rtl="0"/>
          <a:r>
            <a:rPr lang="en-US"/>
            <a:t>Pass the Data to </a:t>
          </a:r>
          <a:r>
            <a:rPr lang="en-US">
              <a:latin typeface="Neue Haas Grotesk Text Pro"/>
            </a:rPr>
            <a:t>LLM &amp; Multi-Agent</a:t>
          </a:r>
          <a:r>
            <a:rPr lang="en-US"/>
            <a:t> System to generate Agent specific Treatment Plan </a:t>
          </a:r>
          <a:r>
            <a:rPr lang="en-US">
              <a:latin typeface="Neue Haas Grotesk Text Pro"/>
            </a:rPr>
            <a:t>representative</a:t>
          </a:r>
          <a:r>
            <a:rPr lang="en-US"/>
            <a:t> of Profession Specific Treatment Plan</a:t>
          </a:r>
          <a:r>
            <a:rPr lang="en-US">
              <a:latin typeface="Neue Haas Grotesk Text Pro"/>
            </a:rPr>
            <a:t> </a:t>
          </a:r>
          <a:endParaRPr lang="en-US">
            <a:solidFill>
              <a:srgbClr val="000000"/>
            </a:solidFill>
            <a:latin typeface="Neue Haas Grotesk Text Pro"/>
            <a:ea typeface="Calibri"/>
            <a:cs typeface="Calibri"/>
          </a:endParaRPr>
        </a:p>
      </dgm:t>
    </dgm:pt>
    <dgm:pt modelId="{AE1CBE8C-A1D3-4742-BC6F-5C4234A23B24}" type="parTrans" cxnId="{56E82672-9656-4A15-9A46-9D60087BEED7}">
      <dgm:prSet/>
      <dgm:spPr/>
      <dgm:t>
        <a:bodyPr/>
        <a:lstStyle/>
        <a:p>
          <a:endParaRPr lang="en-US"/>
        </a:p>
      </dgm:t>
    </dgm:pt>
    <dgm:pt modelId="{7938D668-43F8-4BAC-98D7-4D7D3437908A}" type="sibTrans" cxnId="{56E82672-9656-4A15-9A46-9D60087BEED7}">
      <dgm:prSet phldrT="2"/>
      <dgm:spPr/>
    </dgm:pt>
    <dgm:pt modelId="{37B1B201-2835-4AA3-956C-A866B1067897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Compare results generated from single LLM vs. Multi-age</a:t>
          </a:r>
        </a:p>
      </dgm:t>
    </dgm:pt>
    <dgm:pt modelId="{66F3FEE5-5CF0-42E9-A713-A9EAD17929FE}" type="parTrans" cxnId="{95FACD2B-811C-4065-AA28-1BA7661BB966}">
      <dgm:prSet/>
      <dgm:spPr/>
    </dgm:pt>
    <dgm:pt modelId="{63FCF8A6-6C9F-4C90-8711-46B9BC5653B8}" type="sibTrans" cxnId="{95FACD2B-811C-4065-AA28-1BA7661BB966}">
      <dgm:prSet/>
      <dgm:spPr/>
      <dgm:t>
        <a:bodyPr/>
        <a:lstStyle/>
        <a:p>
          <a:endParaRPr lang="en-US"/>
        </a:p>
      </dgm:t>
    </dgm:pt>
    <dgm:pt modelId="{A9CF1428-8D6C-4058-859B-E0D4CE65C8DA}">
      <dgm:prSet phldr="0"/>
      <dgm:spPr/>
      <dgm:t>
        <a:bodyPr/>
        <a:lstStyle/>
        <a:p>
          <a:pPr rtl="0"/>
          <a:r>
            <a:rPr lang="en-US">
              <a:latin typeface="Neue Haas Grotesk Text Pro"/>
              <a:ea typeface="Calibri"/>
              <a:cs typeface="Calibri"/>
            </a:rPr>
            <a:t>Evaluate performance using metrics (BLEU, ROUGE score, etc.)</a:t>
          </a:r>
        </a:p>
      </dgm:t>
    </dgm:pt>
    <dgm:pt modelId="{96AC00C9-28EB-4BF2-B5F8-8BBCEF6DAC76}" type="parTrans" cxnId="{1AA1A7B3-53B1-4399-989D-BC9870A25343}">
      <dgm:prSet/>
      <dgm:spPr/>
    </dgm:pt>
    <dgm:pt modelId="{FDAAD81E-2807-482A-B6E2-0FC4C6D576E2}" type="sibTrans" cxnId="{1AA1A7B3-53B1-4399-989D-BC9870A25343}">
      <dgm:prSet/>
      <dgm:spPr/>
    </dgm:pt>
    <dgm:pt modelId="{33E4226C-D0FF-4B58-BAAA-92F6CB406E86}" type="pres">
      <dgm:prSet presAssocID="{2BE7ECED-BCC6-477B-B6C2-0C677077346A}" presName="CompostProcess" presStyleCnt="0">
        <dgm:presLayoutVars>
          <dgm:dir/>
          <dgm:resizeHandles val="exact"/>
        </dgm:presLayoutVars>
      </dgm:prSet>
      <dgm:spPr/>
    </dgm:pt>
    <dgm:pt modelId="{00D8FC40-8040-4071-8177-21E5ABF91624}" type="pres">
      <dgm:prSet presAssocID="{2BE7ECED-BCC6-477B-B6C2-0C677077346A}" presName="arrow" presStyleLbl="bgShp" presStyleIdx="0" presStyleCnt="1"/>
      <dgm:spPr/>
    </dgm:pt>
    <dgm:pt modelId="{0A7CA843-370D-48B0-A6C5-6478DE8AE347}" type="pres">
      <dgm:prSet presAssocID="{2BE7ECED-BCC6-477B-B6C2-0C677077346A}" presName="linearProcess" presStyleCnt="0"/>
      <dgm:spPr/>
    </dgm:pt>
    <dgm:pt modelId="{363BF68D-9660-4106-80CE-D5349AB8A85D}" type="pres">
      <dgm:prSet presAssocID="{94A5B624-7920-456E-877C-87014EE6C12A}" presName="textNode" presStyleLbl="node1" presStyleIdx="0" presStyleCnt="4">
        <dgm:presLayoutVars>
          <dgm:bulletEnabled val="1"/>
        </dgm:presLayoutVars>
      </dgm:prSet>
      <dgm:spPr/>
    </dgm:pt>
    <dgm:pt modelId="{7A3D37CC-132E-4628-B3E7-76E55E11BE5F}" type="pres">
      <dgm:prSet presAssocID="{5BBA3AF5-F6D8-454F-8381-B9B52E4BDF82}" presName="sibTrans" presStyleCnt="0"/>
      <dgm:spPr/>
    </dgm:pt>
    <dgm:pt modelId="{DE7DC34C-F54F-4A6A-BFF8-503F95EB7242}" type="pres">
      <dgm:prSet presAssocID="{810F7675-AF56-4848-9D6D-6C081DC0CAFA}" presName="textNode" presStyleLbl="node1" presStyleIdx="1" presStyleCnt="4">
        <dgm:presLayoutVars>
          <dgm:bulletEnabled val="1"/>
        </dgm:presLayoutVars>
      </dgm:prSet>
      <dgm:spPr/>
    </dgm:pt>
    <dgm:pt modelId="{05DF064D-8958-43ED-8323-B33F89341359}" type="pres">
      <dgm:prSet presAssocID="{7938D668-43F8-4BAC-98D7-4D7D3437908A}" presName="sibTrans" presStyleCnt="0"/>
      <dgm:spPr/>
    </dgm:pt>
    <dgm:pt modelId="{2087FDB1-122D-4650-B35A-837889512E01}" type="pres">
      <dgm:prSet presAssocID="{A9CF1428-8D6C-4058-859B-E0D4CE65C8DA}" presName="textNode" presStyleLbl="node1" presStyleIdx="2" presStyleCnt="4">
        <dgm:presLayoutVars>
          <dgm:bulletEnabled val="1"/>
        </dgm:presLayoutVars>
      </dgm:prSet>
      <dgm:spPr/>
    </dgm:pt>
    <dgm:pt modelId="{77B62C0E-68B5-4E1B-A7BE-E0A65BC2BE93}" type="pres">
      <dgm:prSet presAssocID="{FDAAD81E-2807-482A-B6E2-0FC4C6D576E2}" presName="sibTrans" presStyleCnt="0"/>
      <dgm:spPr/>
    </dgm:pt>
    <dgm:pt modelId="{BCD9264C-6315-48FE-851E-E4844930629C}" type="pres">
      <dgm:prSet presAssocID="{37B1B201-2835-4AA3-956C-A866B1067897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0845E1A-33BA-4D2A-82D0-0C6AE2B88B9E}" type="presOf" srcId="{A9CF1428-8D6C-4058-859B-E0D4CE65C8DA}" destId="{2087FDB1-122D-4650-B35A-837889512E01}" srcOrd="0" destOrd="0" presId="urn:microsoft.com/office/officeart/2005/8/layout/hProcess9"/>
    <dgm:cxn modelId="{B5427223-9578-4ABA-B4CB-4DE54B03E53D}" srcId="{2BE7ECED-BCC6-477B-B6C2-0C677077346A}" destId="{94A5B624-7920-456E-877C-87014EE6C12A}" srcOrd="0" destOrd="0" parTransId="{5A705AC7-E76B-476C-AA38-F3C69943472A}" sibTransId="{5BBA3AF5-F6D8-454F-8381-B9B52E4BDF82}"/>
    <dgm:cxn modelId="{95FACD2B-811C-4065-AA28-1BA7661BB966}" srcId="{2BE7ECED-BCC6-477B-B6C2-0C677077346A}" destId="{37B1B201-2835-4AA3-956C-A866B1067897}" srcOrd="3" destOrd="0" parTransId="{66F3FEE5-5CF0-42E9-A713-A9EAD17929FE}" sibTransId="{63FCF8A6-6C9F-4C90-8711-46B9BC5653B8}"/>
    <dgm:cxn modelId="{56E82672-9656-4A15-9A46-9D60087BEED7}" srcId="{2BE7ECED-BCC6-477B-B6C2-0C677077346A}" destId="{810F7675-AF56-4848-9D6D-6C081DC0CAFA}" srcOrd="1" destOrd="0" parTransId="{AE1CBE8C-A1D3-4742-BC6F-5C4234A23B24}" sibTransId="{7938D668-43F8-4BAC-98D7-4D7D3437908A}"/>
    <dgm:cxn modelId="{8B33F381-FD23-4FA8-A048-27AF6D19A533}" type="presOf" srcId="{94A5B624-7920-456E-877C-87014EE6C12A}" destId="{363BF68D-9660-4106-80CE-D5349AB8A85D}" srcOrd="0" destOrd="0" presId="urn:microsoft.com/office/officeart/2005/8/layout/hProcess9"/>
    <dgm:cxn modelId="{1AA1A7B3-53B1-4399-989D-BC9870A25343}" srcId="{2BE7ECED-BCC6-477B-B6C2-0C677077346A}" destId="{A9CF1428-8D6C-4058-859B-E0D4CE65C8DA}" srcOrd="2" destOrd="0" parTransId="{96AC00C9-28EB-4BF2-B5F8-8BBCEF6DAC76}" sibTransId="{FDAAD81E-2807-482A-B6E2-0FC4C6D576E2}"/>
    <dgm:cxn modelId="{13D7D6C4-CB71-4DCB-AC1D-55311280BFE9}" type="presOf" srcId="{2BE7ECED-BCC6-477B-B6C2-0C677077346A}" destId="{33E4226C-D0FF-4B58-BAAA-92F6CB406E86}" srcOrd="0" destOrd="0" presId="urn:microsoft.com/office/officeart/2005/8/layout/hProcess9"/>
    <dgm:cxn modelId="{32DA30DA-64DA-4174-B86C-B07B0C7862E4}" type="presOf" srcId="{37B1B201-2835-4AA3-956C-A866B1067897}" destId="{BCD9264C-6315-48FE-851E-E4844930629C}" srcOrd="0" destOrd="0" presId="urn:microsoft.com/office/officeart/2005/8/layout/hProcess9"/>
    <dgm:cxn modelId="{0CE27CF9-BAD9-427C-AA75-3DA42454002E}" type="presOf" srcId="{810F7675-AF56-4848-9D6D-6C081DC0CAFA}" destId="{DE7DC34C-F54F-4A6A-BFF8-503F95EB7242}" srcOrd="0" destOrd="0" presId="urn:microsoft.com/office/officeart/2005/8/layout/hProcess9"/>
    <dgm:cxn modelId="{BC20B4D6-06F5-4AB3-A377-ED6EE8C18FC2}" type="presParOf" srcId="{33E4226C-D0FF-4B58-BAAA-92F6CB406E86}" destId="{00D8FC40-8040-4071-8177-21E5ABF91624}" srcOrd="0" destOrd="0" presId="urn:microsoft.com/office/officeart/2005/8/layout/hProcess9"/>
    <dgm:cxn modelId="{057267EC-E39B-4C3A-985F-7EB6FD7B2E04}" type="presParOf" srcId="{33E4226C-D0FF-4B58-BAAA-92F6CB406E86}" destId="{0A7CA843-370D-48B0-A6C5-6478DE8AE347}" srcOrd="1" destOrd="0" presId="urn:microsoft.com/office/officeart/2005/8/layout/hProcess9"/>
    <dgm:cxn modelId="{C0BA5783-B8EE-4D32-81E1-44519EE738BF}" type="presParOf" srcId="{0A7CA843-370D-48B0-A6C5-6478DE8AE347}" destId="{363BF68D-9660-4106-80CE-D5349AB8A85D}" srcOrd="0" destOrd="0" presId="urn:microsoft.com/office/officeart/2005/8/layout/hProcess9"/>
    <dgm:cxn modelId="{BCC7E554-0C75-4E23-B15C-F62BA023B05F}" type="presParOf" srcId="{0A7CA843-370D-48B0-A6C5-6478DE8AE347}" destId="{7A3D37CC-132E-4628-B3E7-76E55E11BE5F}" srcOrd="1" destOrd="0" presId="urn:microsoft.com/office/officeart/2005/8/layout/hProcess9"/>
    <dgm:cxn modelId="{137D7E98-8014-4798-92AD-CC5A02664B9D}" type="presParOf" srcId="{0A7CA843-370D-48B0-A6C5-6478DE8AE347}" destId="{DE7DC34C-F54F-4A6A-BFF8-503F95EB7242}" srcOrd="2" destOrd="0" presId="urn:microsoft.com/office/officeart/2005/8/layout/hProcess9"/>
    <dgm:cxn modelId="{DCDCA120-2463-4144-B6EA-D3B3BDB2A32F}" type="presParOf" srcId="{0A7CA843-370D-48B0-A6C5-6478DE8AE347}" destId="{05DF064D-8958-43ED-8323-B33F89341359}" srcOrd="3" destOrd="0" presId="urn:microsoft.com/office/officeart/2005/8/layout/hProcess9"/>
    <dgm:cxn modelId="{FEC837F7-2D79-405C-B807-9A5AE8BC8E64}" type="presParOf" srcId="{0A7CA843-370D-48B0-A6C5-6478DE8AE347}" destId="{2087FDB1-122D-4650-B35A-837889512E01}" srcOrd="4" destOrd="0" presId="urn:microsoft.com/office/officeart/2005/8/layout/hProcess9"/>
    <dgm:cxn modelId="{E9CB97A9-E854-4A88-B3A7-3C36F4DF5E3A}" type="presParOf" srcId="{0A7CA843-370D-48B0-A6C5-6478DE8AE347}" destId="{77B62C0E-68B5-4E1B-A7BE-E0A65BC2BE93}" srcOrd="5" destOrd="0" presId="urn:microsoft.com/office/officeart/2005/8/layout/hProcess9"/>
    <dgm:cxn modelId="{0FE472E8-4F75-4191-B0D9-ED05C7565617}" type="presParOf" srcId="{0A7CA843-370D-48B0-A6C5-6478DE8AE347}" destId="{BCD9264C-6315-48FE-851E-E4844930629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E7ECED-BCC6-477B-B6C2-0C677077346A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4A5B624-7920-456E-877C-87014EE6C12A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Extract text from structured PDF using UNSTRUCTURED</a:t>
          </a:r>
          <a:endParaRPr lang="en-US"/>
        </a:p>
      </dgm:t>
    </dgm:pt>
    <dgm:pt modelId="{5A705AC7-E76B-476C-AA38-F3C69943472A}" type="parTrans" cxnId="{B5427223-9578-4ABA-B4CB-4DE54B03E53D}">
      <dgm:prSet/>
      <dgm:spPr/>
      <dgm:t>
        <a:bodyPr/>
        <a:lstStyle/>
        <a:p>
          <a:endParaRPr lang="en-US"/>
        </a:p>
      </dgm:t>
    </dgm:pt>
    <dgm:pt modelId="{5BBA3AF5-F6D8-454F-8381-B9B52E4BDF82}" type="sibTrans" cxnId="{B5427223-9578-4ABA-B4CB-4DE54B03E53D}">
      <dgm:prSet phldrT="1"/>
      <dgm:spPr/>
    </dgm:pt>
    <dgm:pt modelId="{810F7675-AF56-4848-9D6D-6C081DC0CAFA}">
      <dgm:prSet/>
      <dgm:spPr/>
      <dgm:t>
        <a:bodyPr/>
        <a:lstStyle/>
        <a:p>
          <a:pPr rtl="0"/>
          <a:r>
            <a:rPr lang="en-US">
              <a:solidFill>
                <a:schemeClr val="bg1"/>
              </a:solidFill>
              <a:latin typeface="Neue Haas Grotesk Text Pro"/>
            </a:rPr>
            <a:t>System</a:t>
          </a:r>
          <a:r>
            <a:rPr lang="en-US">
              <a:solidFill>
                <a:schemeClr val="bg1"/>
              </a:solidFill>
              <a:latin typeface="Neue Haas Grotesk Text Pro"/>
              <a:ea typeface="Calibri"/>
              <a:cs typeface="Calibri"/>
            </a:rPr>
            <a:t> Prompt instructs LLM to extract relevant fields</a:t>
          </a:r>
        </a:p>
      </dgm:t>
    </dgm:pt>
    <dgm:pt modelId="{AE1CBE8C-A1D3-4742-BC6F-5C4234A23B24}" type="parTrans" cxnId="{56E82672-9656-4A15-9A46-9D60087BEED7}">
      <dgm:prSet/>
      <dgm:spPr/>
      <dgm:t>
        <a:bodyPr/>
        <a:lstStyle/>
        <a:p>
          <a:endParaRPr lang="en-US"/>
        </a:p>
      </dgm:t>
    </dgm:pt>
    <dgm:pt modelId="{7938D668-43F8-4BAC-98D7-4D7D3437908A}" type="sibTrans" cxnId="{56E82672-9656-4A15-9A46-9D60087BEED7}">
      <dgm:prSet phldrT="2"/>
      <dgm:spPr/>
    </dgm:pt>
    <dgm:pt modelId="{A9CF1428-8D6C-4058-859B-E0D4CE65C8DA}">
      <dgm:prSet phldr="0"/>
      <dgm:spPr/>
      <dgm:t>
        <a:bodyPr/>
        <a:lstStyle/>
        <a:p>
          <a:pPr rtl="0"/>
          <a:r>
            <a:rPr lang="en-US">
              <a:latin typeface="Neue Haas Grotesk Text Pro"/>
              <a:ea typeface="Calibri"/>
              <a:cs typeface="Calibri"/>
            </a:rPr>
            <a:t>LLM is invoked to parse response and save to JSON</a:t>
          </a:r>
        </a:p>
      </dgm:t>
    </dgm:pt>
    <dgm:pt modelId="{96AC00C9-28EB-4BF2-B5F8-8BBCEF6DAC76}" type="parTrans" cxnId="{1AA1A7B3-53B1-4399-989D-BC9870A25343}">
      <dgm:prSet/>
      <dgm:spPr/>
    </dgm:pt>
    <dgm:pt modelId="{FDAAD81E-2807-482A-B6E2-0FC4C6D576E2}" type="sibTrans" cxnId="{1AA1A7B3-53B1-4399-989D-BC9870A25343}">
      <dgm:prSet/>
      <dgm:spPr/>
    </dgm:pt>
    <dgm:pt modelId="{33E4226C-D0FF-4B58-BAAA-92F6CB406E86}" type="pres">
      <dgm:prSet presAssocID="{2BE7ECED-BCC6-477B-B6C2-0C677077346A}" presName="CompostProcess" presStyleCnt="0">
        <dgm:presLayoutVars>
          <dgm:dir/>
          <dgm:resizeHandles val="exact"/>
        </dgm:presLayoutVars>
      </dgm:prSet>
      <dgm:spPr/>
    </dgm:pt>
    <dgm:pt modelId="{00D8FC40-8040-4071-8177-21E5ABF91624}" type="pres">
      <dgm:prSet presAssocID="{2BE7ECED-BCC6-477B-B6C2-0C677077346A}" presName="arrow" presStyleLbl="bgShp" presStyleIdx="0" presStyleCnt="1"/>
      <dgm:spPr/>
    </dgm:pt>
    <dgm:pt modelId="{0A7CA843-370D-48B0-A6C5-6478DE8AE347}" type="pres">
      <dgm:prSet presAssocID="{2BE7ECED-BCC6-477B-B6C2-0C677077346A}" presName="linearProcess" presStyleCnt="0"/>
      <dgm:spPr/>
    </dgm:pt>
    <dgm:pt modelId="{363BF68D-9660-4106-80CE-D5349AB8A85D}" type="pres">
      <dgm:prSet presAssocID="{94A5B624-7920-456E-877C-87014EE6C12A}" presName="textNode" presStyleLbl="node1" presStyleIdx="0" presStyleCnt="3">
        <dgm:presLayoutVars>
          <dgm:bulletEnabled val="1"/>
        </dgm:presLayoutVars>
      </dgm:prSet>
      <dgm:spPr/>
    </dgm:pt>
    <dgm:pt modelId="{7A3D37CC-132E-4628-B3E7-76E55E11BE5F}" type="pres">
      <dgm:prSet presAssocID="{5BBA3AF5-F6D8-454F-8381-B9B52E4BDF82}" presName="sibTrans" presStyleCnt="0"/>
      <dgm:spPr/>
    </dgm:pt>
    <dgm:pt modelId="{DE7DC34C-F54F-4A6A-BFF8-503F95EB7242}" type="pres">
      <dgm:prSet presAssocID="{810F7675-AF56-4848-9D6D-6C081DC0CAFA}" presName="textNode" presStyleLbl="node1" presStyleIdx="1" presStyleCnt="3">
        <dgm:presLayoutVars>
          <dgm:bulletEnabled val="1"/>
        </dgm:presLayoutVars>
      </dgm:prSet>
      <dgm:spPr/>
    </dgm:pt>
    <dgm:pt modelId="{05DF064D-8958-43ED-8323-B33F89341359}" type="pres">
      <dgm:prSet presAssocID="{7938D668-43F8-4BAC-98D7-4D7D3437908A}" presName="sibTrans" presStyleCnt="0"/>
      <dgm:spPr/>
    </dgm:pt>
    <dgm:pt modelId="{2087FDB1-122D-4650-B35A-837889512E01}" type="pres">
      <dgm:prSet presAssocID="{A9CF1428-8D6C-4058-859B-E0D4CE65C8DA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50845E1A-33BA-4D2A-82D0-0C6AE2B88B9E}" type="presOf" srcId="{A9CF1428-8D6C-4058-859B-E0D4CE65C8DA}" destId="{2087FDB1-122D-4650-B35A-837889512E01}" srcOrd="0" destOrd="0" presId="urn:microsoft.com/office/officeart/2005/8/layout/hProcess9"/>
    <dgm:cxn modelId="{B5427223-9578-4ABA-B4CB-4DE54B03E53D}" srcId="{2BE7ECED-BCC6-477B-B6C2-0C677077346A}" destId="{94A5B624-7920-456E-877C-87014EE6C12A}" srcOrd="0" destOrd="0" parTransId="{5A705AC7-E76B-476C-AA38-F3C69943472A}" sibTransId="{5BBA3AF5-F6D8-454F-8381-B9B52E4BDF82}"/>
    <dgm:cxn modelId="{56E82672-9656-4A15-9A46-9D60087BEED7}" srcId="{2BE7ECED-BCC6-477B-B6C2-0C677077346A}" destId="{810F7675-AF56-4848-9D6D-6C081DC0CAFA}" srcOrd="1" destOrd="0" parTransId="{AE1CBE8C-A1D3-4742-BC6F-5C4234A23B24}" sibTransId="{7938D668-43F8-4BAC-98D7-4D7D3437908A}"/>
    <dgm:cxn modelId="{8B33F381-FD23-4FA8-A048-27AF6D19A533}" type="presOf" srcId="{94A5B624-7920-456E-877C-87014EE6C12A}" destId="{363BF68D-9660-4106-80CE-D5349AB8A85D}" srcOrd="0" destOrd="0" presId="urn:microsoft.com/office/officeart/2005/8/layout/hProcess9"/>
    <dgm:cxn modelId="{1AA1A7B3-53B1-4399-989D-BC9870A25343}" srcId="{2BE7ECED-BCC6-477B-B6C2-0C677077346A}" destId="{A9CF1428-8D6C-4058-859B-E0D4CE65C8DA}" srcOrd="2" destOrd="0" parTransId="{96AC00C9-28EB-4BF2-B5F8-8BBCEF6DAC76}" sibTransId="{FDAAD81E-2807-482A-B6E2-0FC4C6D576E2}"/>
    <dgm:cxn modelId="{13D7D6C4-CB71-4DCB-AC1D-55311280BFE9}" type="presOf" srcId="{2BE7ECED-BCC6-477B-B6C2-0C677077346A}" destId="{33E4226C-D0FF-4B58-BAAA-92F6CB406E86}" srcOrd="0" destOrd="0" presId="urn:microsoft.com/office/officeart/2005/8/layout/hProcess9"/>
    <dgm:cxn modelId="{0CE27CF9-BAD9-427C-AA75-3DA42454002E}" type="presOf" srcId="{810F7675-AF56-4848-9D6D-6C081DC0CAFA}" destId="{DE7DC34C-F54F-4A6A-BFF8-503F95EB7242}" srcOrd="0" destOrd="0" presId="urn:microsoft.com/office/officeart/2005/8/layout/hProcess9"/>
    <dgm:cxn modelId="{BC20B4D6-06F5-4AB3-A377-ED6EE8C18FC2}" type="presParOf" srcId="{33E4226C-D0FF-4B58-BAAA-92F6CB406E86}" destId="{00D8FC40-8040-4071-8177-21E5ABF91624}" srcOrd="0" destOrd="0" presId="urn:microsoft.com/office/officeart/2005/8/layout/hProcess9"/>
    <dgm:cxn modelId="{057267EC-E39B-4C3A-985F-7EB6FD7B2E04}" type="presParOf" srcId="{33E4226C-D0FF-4B58-BAAA-92F6CB406E86}" destId="{0A7CA843-370D-48B0-A6C5-6478DE8AE347}" srcOrd="1" destOrd="0" presId="urn:microsoft.com/office/officeart/2005/8/layout/hProcess9"/>
    <dgm:cxn modelId="{C0BA5783-B8EE-4D32-81E1-44519EE738BF}" type="presParOf" srcId="{0A7CA843-370D-48B0-A6C5-6478DE8AE347}" destId="{363BF68D-9660-4106-80CE-D5349AB8A85D}" srcOrd="0" destOrd="0" presId="urn:microsoft.com/office/officeart/2005/8/layout/hProcess9"/>
    <dgm:cxn modelId="{BCC7E554-0C75-4E23-B15C-F62BA023B05F}" type="presParOf" srcId="{0A7CA843-370D-48B0-A6C5-6478DE8AE347}" destId="{7A3D37CC-132E-4628-B3E7-76E55E11BE5F}" srcOrd="1" destOrd="0" presId="urn:microsoft.com/office/officeart/2005/8/layout/hProcess9"/>
    <dgm:cxn modelId="{137D7E98-8014-4798-92AD-CC5A02664B9D}" type="presParOf" srcId="{0A7CA843-370D-48B0-A6C5-6478DE8AE347}" destId="{DE7DC34C-F54F-4A6A-BFF8-503F95EB7242}" srcOrd="2" destOrd="0" presId="urn:microsoft.com/office/officeart/2005/8/layout/hProcess9"/>
    <dgm:cxn modelId="{DCDCA120-2463-4144-B6EA-D3B3BDB2A32F}" type="presParOf" srcId="{0A7CA843-370D-48B0-A6C5-6478DE8AE347}" destId="{05DF064D-8958-43ED-8323-B33F89341359}" srcOrd="3" destOrd="0" presId="urn:microsoft.com/office/officeart/2005/8/layout/hProcess9"/>
    <dgm:cxn modelId="{FEC837F7-2D79-405C-B807-9A5AE8BC8E64}" type="presParOf" srcId="{0A7CA843-370D-48B0-A6C5-6478DE8AE347}" destId="{2087FDB1-122D-4650-B35A-837889512E0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C85A55E-BD4D-4E46-9E11-15544FC6EE80}" type="doc">
      <dgm:prSet loTypeId="urn:microsoft.com/office/officeart/2005/8/layout/process4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4844543-D51C-4C42-8B5B-D0F65D62A560}">
      <dgm:prSet/>
      <dgm:spPr/>
      <dgm:t>
        <a:bodyPr/>
        <a:lstStyle/>
        <a:p>
          <a:r>
            <a:rPr lang="en-US"/>
            <a:t>LLMs: </a:t>
          </a:r>
        </a:p>
      </dgm:t>
    </dgm:pt>
    <dgm:pt modelId="{DDFFCEFE-EE8E-4A19-9A33-ADD2279F8496}" type="parTrans" cxnId="{F6AC7BDF-61D3-42EF-9D63-9B078A27F7CC}">
      <dgm:prSet/>
      <dgm:spPr/>
      <dgm:t>
        <a:bodyPr/>
        <a:lstStyle/>
        <a:p>
          <a:endParaRPr lang="en-US"/>
        </a:p>
      </dgm:t>
    </dgm:pt>
    <dgm:pt modelId="{DD380C9F-920A-4DEE-B82F-00C663630935}" type="sibTrans" cxnId="{F6AC7BDF-61D3-42EF-9D63-9B078A27F7CC}">
      <dgm:prSet/>
      <dgm:spPr/>
      <dgm:t>
        <a:bodyPr/>
        <a:lstStyle/>
        <a:p>
          <a:endParaRPr lang="en-US"/>
        </a:p>
      </dgm:t>
    </dgm:pt>
    <dgm:pt modelId="{39DD6FD9-4092-4200-AE16-8BE02E91707C}">
      <dgm:prSet/>
      <dgm:spPr/>
      <dgm:t>
        <a:bodyPr/>
        <a:lstStyle/>
        <a:p>
          <a:r>
            <a:rPr lang="en-US"/>
            <a:t>LLLAMA 3.2 70b</a:t>
          </a:r>
        </a:p>
      </dgm:t>
    </dgm:pt>
    <dgm:pt modelId="{BBAE3B55-C25D-47A1-A09E-3F10CC369F74}" type="parTrans" cxnId="{C8F76523-592F-44CA-9C04-438C2087ECC2}">
      <dgm:prSet/>
      <dgm:spPr/>
      <dgm:t>
        <a:bodyPr/>
        <a:lstStyle/>
        <a:p>
          <a:endParaRPr lang="en-US"/>
        </a:p>
      </dgm:t>
    </dgm:pt>
    <dgm:pt modelId="{5E25F59B-22D5-4296-854F-4BEC51FD0D00}" type="sibTrans" cxnId="{C8F76523-592F-44CA-9C04-438C2087ECC2}">
      <dgm:prSet/>
      <dgm:spPr/>
      <dgm:t>
        <a:bodyPr/>
        <a:lstStyle/>
        <a:p>
          <a:endParaRPr lang="en-US"/>
        </a:p>
      </dgm:t>
    </dgm:pt>
    <dgm:pt modelId="{930E8D59-8C0A-4E14-B18B-1D77A7A58EDA}">
      <dgm:prSet/>
      <dgm:spPr/>
      <dgm:t>
        <a:bodyPr/>
        <a:lstStyle/>
        <a:p>
          <a:r>
            <a:rPr lang="en-US"/>
            <a:t>Claude 3.5 sonnet</a:t>
          </a:r>
        </a:p>
      </dgm:t>
    </dgm:pt>
    <dgm:pt modelId="{3A61B62F-909E-4677-9CB4-7AFB2C5F2F72}" type="parTrans" cxnId="{2F1B047E-F78E-4AAC-A1D9-D1EDC30DD77C}">
      <dgm:prSet/>
      <dgm:spPr/>
      <dgm:t>
        <a:bodyPr/>
        <a:lstStyle/>
        <a:p>
          <a:endParaRPr lang="en-US"/>
        </a:p>
      </dgm:t>
    </dgm:pt>
    <dgm:pt modelId="{5A419D11-BADD-44A8-A733-FFC794871EDD}" type="sibTrans" cxnId="{2F1B047E-F78E-4AAC-A1D9-D1EDC30DD77C}">
      <dgm:prSet/>
      <dgm:spPr/>
      <dgm:t>
        <a:bodyPr/>
        <a:lstStyle/>
        <a:p>
          <a:endParaRPr lang="en-US"/>
        </a:p>
      </dgm:t>
    </dgm:pt>
    <dgm:pt modelId="{D5476991-04DA-4CCE-93E5-8C98C9CF5C7C}">
      <dgm:prSet/>
      <dgm:spPr/>
      <dgm:t>
        <a:bodyPr/>
        <a:lstStyle/>
        <a:p>
          <a:r>
            <a:rPr lang="en-US"/>
            <a:t>GPT 4o</a:t>
          </a:r>
        </a:p>
      </dgm:t>
    </dgm:pt>
    <dgm:pt modelId="{B9E1CFB2-447D-4AFE-94C2-3F23DBEB20B2}" type="parTrans" cxnId="{1A5E12D6-06B1-4E37-BD19-B80C87A1E23D}">
      <dgm:prSet/>
      <dgm:spPr/>
      <dgm:t>
        <a:bodyPr/>
        <a:lstStyle/>
        <a:p>
          <a:endParaRPr lang="en-US"/>
        </a:p>
      </dgm:t>
    </dgm:pt>
    <dgm:pt modelId="{78D1EFF0-0C11-45B1-B88D-452E9F8A0145}" type="sibTrans" cxnId="{1A5E12D6-06B1-4E37-BD19-B80C87A1E23D}">
      <dgm:prSet/>
      <dgm:spPr/>
      <dgm:t>
        <a:bodyPr/>
        <a:lstStyle/>
        <a:p>
          <a:endParaRPr lang="en-US"/>
        </a:p>
      </dgm:t>
    </dgm:pt>
    <dgm:pt modelId="{497DF3F6-6A3A-45E8-9F8A-A89AC7CBA974}">
      <dgm:prSet/>
      <dgm:spPr/>
      <dgm:t>
        <a:bodyPr/>
        <a:lstStyle/>
        <a:p>
          <a:r>
            <a:rPr lang="en-US"/>
            <a:t>Baseline approach: Uses Single LLM with a simple prompt</a:t>
          </a:r>
        </a:p>
      </dgm:t>
    </dgm:pt>
    <dgm:pt modelId="{5A8BF00A-839E-449F-8F9C-DB108EA18720}" type="parTrans" cxnId="{8ADB9E0F-0E01-4185-A319-21F5E275A9C1}">
      <dgm:prSet/>
      <dgm:spPr/>
      <dgm:t>
        <a:bodyPr/>
        <a:lstStyle/>
        <a:p>
          <a:endParaRPr lang="en-US"/>
        </a:p>
      </dgm:t>
    </dgm:pt>
    <dgm:pt modelId="{8F4EF894-01F7-4612-ABE8-62E7A9B694BF}" type="sibTrans" cxnId="{8ADB9E0F-0E01-4185-A319-21F5E275A9C1}">
      <dgm:prSet/>
      <dgm:spPr/>
      <dgm:t>
        <a:bodyPr/>
        <a:lstStyle/>
        <a:p>
          <a:endParaRPr lang="en-US"/>
        </a:p>
      </dgm:t>
    </dgm:pt>
    <dgm:pt modelId="{BB547AF1-C2A0-4420-9A48-7D047655B45D}">
      <dgm:prSet/>
      <dgm:spPr/>
      <dgm:t>
        <a:bodyPr/>
        <a:lstStyle/>
        <a:p>
          <a:r>
            <a:rPr lang="en-US"/>
            <a:t>Prompt-tuned Approach: Carefully crafted prompt to generate role specific treatment plan</a:t>
          </a:r>
        </a:p>
      </dgm:t>
    </dgm:pt>
    <dgm:pt modelId="{BE5E06D7-8951-469F-AA14-70FA7758494A}" type="parTrans" cxnId="{1E29D8DA-5EB5-4AD2-871D-83D77858C7D3}">
      <dgm:prSet/>
      <dgm:spPr/>
      <dgm:t>
        <a:bodyPr/>
        <a:lstStyle/>
        <a:p>
          <a:endParaRPr lang="en-US"/>
        </a:p>
      </dgm:t>
    </dgm:pt>
    <dgm:pt modelId="{C1AC73EC-048F-438E-A848-A103BE1304C8}" type="sibTrans" cxnId="{1E29D8DA-5EB5-4AD2-871D-83D77858C7D3}">
      <dgm:prSet/>
      <dgm:spPr/>
      <dgm:t>
        <a:bodyPr/>
        <a:lstStyle/>
        <a:p>
          <a:endParaRPr lang="en-US"/>
        </a:p>
      </dgm:t>
    </dgm:pt>
    <dgm:pt modelId="{E4931A8D-F8B9-4FEC-B929-7983CC446574}">
      <dgm:prSet phldr="0"/>
      <dgm:spPr/>
      <dgm:t>
        <a:bodyPr/>
        <a:lstStyle/>
        <a:p>
          <a:pPr rtl="0"/>
          <a:r>
            <a:rPr lang="en-US" err="1">
              <a:latin typeface="Neue Haas Grotesk Text Pro"/>
            </a:rPr>
            <a:t>MediSyn</a:t>
          </a:r>
          <a:r>
            <a:rPr lang="en-US">
              <a:latin typeface="Neue Haas Grotesk Text Pro"/>
            </a:rPr>
            <a:t>: Proposed Multi-agentic approach</a:t>
          </a:r>
        </a:p>
      </dgm:t>
    </dgm:pt>
    <dgm:pt modelId="{79DC17FA-2933-494A-A7AC-B21432DC75FA}" type="parTrans" cxnId="{1CC588FC-B6AD-4A19-A045-852E74DA7BDB}">
      <dgm:prSet/>
      <dgm:spPr/>
    </dgm:pt>
    <dgm:pt modelId="{825E51B3-1EF4-45E0-907E-6DEB84C32D16}" type="sibTrans" cxnId="{1CC588FC-B6AD-4A19-A045-852E74DA7BDB}">
      <dgm:prSet/>
      <dgm:spPr/>
    </dgm:pt>
    <dgm:pt modelId="{7A6FFCA5-3216-46EE-8A23-52ED13BEE25E}" type="pres">
      <dgm:prSet presAssocID="{6C85A55E-BD4D-4E46-9E11-15544FC6EE80}" presName="Name0" presStyleCnt="0">
        <dgm:presLayoutVars>
          <dgm:dir/>
          <dgm:animLvl val="lvl"/>
          <dgm:resizeHandles val="exact"/>
        </dgm:presLayoutVars>
      </dgm:prSet>
      <dgm:spPr/>
    </dgm:pt>
    <dgm:pt modelId="{CEA2178B-BDC5-4635-B1AF-B5D807E08990}" type="pres">
      <dgm:prSet presAssocID="{E4931A8D-F8B9-4FEC-B929-7983CC446574}" presName="boxAndChildren" presStyleCnt="0"/>
      <dgm:spPr/>
    </dgm:pt>
    <dgm:pt modelId="{8649B41B-6837-44B8-AFFE-4ACCE40D04D7}" type="pres">
      <dgm:prSet presAssocID="{E4931A8D-F8B9-4FEC-B929-7983CC446574}" presName="parentTextBox" presStyleLbl="node1" presStyleIdx="0" presStyleCnt="4"/>
      <dgm:spPr/>
    </dgm:pt>
    <dgm:pt modelId="{51684302-5283-4835-AEA4-3D3B19B7BC09}" type="pres">
      <dgm:prSet presAssocID="{C1AC73EC-048F-438E-A848-A103BE1304C8}" presName="sp" presStyleCnt="0"/>
      <dgm:spPr/>
    </dgm:pt>
    <dgm:pt modelId="{FBC5132E-2A37-48C6-805B-BF900322DCBC}" type="pres">
      <dgm:prSet presAssocID="{BB547AF1-C2A0-4420-9A48-7D047655B45D}" presName="arrowAndChildren" presStyleCnt="0"/>
      <dgm:spPr/>
    </dgm:pt>
    <dgm:pt modelId="{A32E0179-60A6-4887-8E3B-D63D74DC9C8F}" type="pres">
      <dgm:prSet presAssocID="{BB547AF1-C2A0-4420-9A48-7D047655B45D}" presName="parentTextArrow" presStyleLbl="node1" presStyleIdx="1" presStyleCnt="4"/>
      <dgm:spPr/>
    </dgm:pt>
    <dgm:pt modelId="{92B7A700-9A6E-44F4-A594-FBD8438FF934}" type="pres">
      <dgm:prSet presAssocID="{8F4EF894-01F7-4612-ABE8-62E7A9B694BF}" presName="sp" presStyleCnt="0"/>
      <dgm:spPr/>
    </dgm:pt>
    <dgm:pt modelId="{50A4867D-3CFC-4F89-AEF3-E253CB80F392}" type="pres">
      <dgm:prSet presAssocID="{497DF3F6-6A3A-45E8-9F8A-A89AC7CBA974}" presName="arrowAndChildren" presStyleCnt="0"/>
      <dgm:spPr/>
    </dgm:pt>
    <dgm:pt modelId="{9B1BB7AE-D21A-4057-AAE4-1369D2892674}" type="pres">
      <dgm:prSet presAssocID="{497DF3F6-6A3A-45E8-9F8A-A89AC7CBA974}" presName="parentTextArrow" presStyleLbl="node1" presStyleIdx="2" presStyleCnt="4"/>
      <dgm:spPr/>
    </dgm:pt>
    <dgm:pt modelId="{5665F1A2-A503-419A-96F8-2886B7ED914B}" type="pres">
      <dgm:prSet presAssocID="{DD380C9F-920A-4DEE-B82F-00C663630935}" presName="sp" presStyleCnt="0"/>
      <dgm:spPr/>
    </dgm:pt>
    <dgm:pt modelId="{2776BD34-572D-4233-85F3-0A9E0FE1A5C2}" type="pres">
      <dgm:prSet presAssocID="{D4844543-D51C-4C42-8B5B-D0F65D62A560}" presName="arrowAndChildren" presStyleCnt="0"/>
      <dgm:spPr/>
    </dgm:pt>
    <dgm:pt modelId="{19D94B9D-C3B3-4E8A-9125-F28583CD1AC0}" type="pres">
      <dgm:prSet presAssocID="{D4844543-D51C-4C42-8B5B-D0F65D62A560}" presName="parentTextArrow" presStyleLbl="node1" presStyleIdx="2" presStyleCnt="4"/>
      <dgm:spPr/>
    </dgm:pt>
    <dgm:pt modelId="{91F920A0-2249-4B28-BB64-788E16D3D59E}" type="pres">
      <dgm:prSet presAssocID="{D4844543-D51C-4C42-8B5B-D0F65D62A560}" presName="arrow" presStyleLbl="node1" presStyleIdx="3" presStyleCnt="4"/>
      <dgm:spPr/>
    </dgm:pt>
    <dgm:pt modelId="{C86FB377-C919-4363-BA4C-FF18B46BF031}" type="pres">
      <dgm:prSet presAssocID="{D4844543-D51C-4C42-8B5B-D0F65D62A560}" presName="descendantArrow" presStyleCnt="0"/>
      <dgm:spPr/>
    </dgm:pt>
    <dgm:pt modelId="{799397A9-DF52-4C05-8DEC-D2551DA8FA80}" type="pres">
      <dgm:prSet presAssocID="{39DD6FD9-4092-4200-AE16-8BE02E91707C}" presName="childTextArrow" presStyleLbl="fgAccFollowNode1" presStyleIdx="0" presStyleCnt="3">
        <dgm:presLayoutVars>
          <dgm:bulletEnabled val="1"/>
        </dgm:presLayoutVars>
      </dgm:prSet>
      <dgm:spPr/>
    </dgm:pt>
    <dgm:pt modelId="{E59909E4-170A-47BB-8382-A22B965B74C2}" type="pres">
      <dgm:prSet presAssocID="{930E8D59-8C0A-4E14-B18B-1D77A7A58EDA}" presName="childTextArrow" presStyleLbl="fgAccFollowNode1" presStyleIdx="1" presStyleCnt="3">
        <dgm:presLayoutVars>
          <dgm:bulletEnabled val="1"/>
        </dgm:presLayoutVars>
      </dgm:prSet>
      <dgm:spPr/>
    </dgm:pt>
    <dgm:pt modelId="{8FF49A7F-693B-44F3-900F-E2DF0E752FF8}" type="pres">
      <dgm:prSet presAssocID="{D5476991-04DA-4CCE-93E5-8C98C9CF5C7C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C6A3A309-5C31-4C1C-806B-8613FE10C021}" type="presOf" srcId="{D4844543-D51C-4C42-8B5B-D0F65D62A560}" destId="{91F920A0-2249-4B28-BB64-788E16D3D59E}" srcOrd="1" destOrd="0" presId="urn:microsoft.com/office/officeart/2005/8/layout/process4"/>
    <dgm:cxn modelId="{8ADB9E0F-0E01-4185-A319-21F5E275A9C1}" srcId="{6C85A55E-BD4D-4E46-9E11-15544FC6EE80}" destId="{497DF3F6-6A3A-45E8-9F8A-A89AC7CBA974}" srcOrd="1" destOrd="0" parTransId="{5A8BF00A-839E-449F-8F9C-DB108EA18720}" sibTransId="{8F4EF894-01F7-4612-ABE8-62E7A9B694BF}"/>
    <dgm:cxn modelId="{E8B23A10-B1B1-47C5-AEE9-CF261EE9C493}" type="presOf" srcId="{D5476991-04DA-4CCE-93E5-8C98C9CF5C7C}" destId="{8FF49A7F-693B-44F3-900F-E2DF0E752FF8}" srcOrd="0" destOrd="0" presId="urn:microsoft.com/office/officeart/2005/8/layout/process4"/>
    <dgm:cxn modelId="{C8F76523-592F-44CA-9C04-438C2087ECC2}" srcId="{D4844543-D51C-4C42-8B5B-D0F65D62A560}" destId="{39DD6FD9-4092-4200-AE16-8BE02E91707C}" srcOrd="0" destOrd="0" parTransId="{BBAE3B55-C25D-47A1-A09E-3F10CC369F74}" sibTransId="{5E25F59B-22D5-4296-854F-4BEC51FD0D00}"/>
    <dgm:cxn modelId="{43294157-1362-4813-A295-DE2B323B7147}" type="presOf" srcId="{BB547AF1-C2A0-4420-9A48-7D047655B45D}" destId="{A32E0179-60A6-4887-8E3B-D63D74DC9C8F}" srcOrd="0" destOrd="0" presId="urn:microsoft.com/office/officeart/2005/8/layout/process4"/>
    <dgm:cxn modelId="{2F1B047E-F78E-4AAC-A1D9-D1EDC30DD77C}" srcId="{D4844543-D51C-4C42-8B5B-D0F65D62A560}" destId="{930E8D59-8C0A-4E14-B18B-1D77A7A58EDA}" srcOrd="1" destOrd="0" parTransId="{3A61B62F-909E-4677-9CB4-7AFB2C5F2F72}" sibTransId="{5A419D11-BADD-44A8-A733-FFC794871EDD}"/>
    <dgm:cxn modelId="{D4C62497-8A8D-45FA-B122-A8B0786A3B06}" type="presOf" srcId="{D4844543-D51C-4C42-8B5B-D0F65D62A560}" destId="{19D94B9D-C3B3-4E8A-9125-F28583CD1AC0}" srcOrd="0" destOrd="0" presId="urn:microsoft.com/office/officeart/2005/8/layout/process4"/>
    <dgm:cxn modelId="{F420D89B-EAB2-479E-97B4-76902C0E5F6E}" type="presOf" srcId="{E4931A8D-F8B9-4FEC-B929-7983CC446574}" destId="{8649B41B-6837-44B8-AFFE-4ACCE40D04D7}" srcOrd="0" destOrd="0" presId="urn:microsoft.com/office/officeart/2005/8/layout/process4"/>
    <dgm:cxn modelId="{811E83AD-A239-442E-A506-3DDF115DA073}" type="presOf" srcId="{930E8D59-8C0A-4E14-B18B-1D77A7A58EDA}" destId="{E59909E4-170A-47BB-8382-A22B965B74C2}" srcOrd="0" destOrd="0" presId="urn:microsoft.com/office/officeart/2005/8/layout/process4"/>
    <dgm:cxn modelId="{D1682AB0-50C4-4F1E-986D-B707217ECEAE}" type="presOf" srcId="{39DD6FD9-4092-4200-AE16-8BE02E91707C}" destId="{799397A9-DF52-4C05-8DEC-D2551DA8FA80}" srcOrd="0" destOrd="0" presId="urn:microsoft.com/office/officeart/2005/8/layout/process4"/>
    <dgm:cxn modelId="{964CF9B4-04C3-4AA8-8D3E-4FE81AE07CEC}" type="presOf" srcId="{497DF3F6-6A3A-45E8-9F8A-A89AC7CBA974}" destId="{9B1BB7AE-D21A-4057-AAE4-1369D2892674}" srcOrd="0" destOrd="0" presId="urn:microsoft.com/office/officeart/2005/8/layout/process4"/>
    <dgm:cxn modelId="{0A336FC7-8003-4E13-B55D-D878B9269A5C}" type="presOf" srcId="{6C85A55E-BD4D-4E46-9E11-15544FC6EE80}" destId="{7A6FFCA5-3216-46EE-8A23-52ED13BEE25E}" srcOrd="0" destOrd="0" presId="urn:microsoft.com/office/officeart/2005/8/layout/process4"/>
    <dgm:cxn modelId="{1A5E12D6-06B1-4E37-BD19-B80C87A1E23D}" srcId="{D4844543-D51C-4C42-8B5B-D0F65D62A560}" destId="{D5476991-04DA-4CCE-93E5-8C98C9CF5C7C}" srcOrd="2" destOrd="0" parTransId="{B9E1CFB2-447D-4AFE-94C2-3F23DBEB20B2}" sibTransId="{78D1EFF0-0C11-45B1-B88D-452E9F8A0145}"/>
    <dgm:cxn modelId="{1E29D8DA-5EB5-4AD2-871D-83D77858C7D3}" srcId="{6C85A55E-BD4D-4E46-9E11-15544FC6EE80}" destId="{BB547AF1-C2A0-4420-9A48-7D047655B45D}" srcOrd="2" destOrd="0" parTransId="{BE5E06D7-8951-469F-AA14-70FA7758494A}" sibTransId="{C1AC73EC-048F-438E-A848-A103BE1304C8}"/>
    <dgm:cxn modelId="{F6AC7BDF-61D3-42EF-9D63-9B078A27F7CC}" srcId="{6C85A55E-BD4D-4E46-9E11-15544FC6EE80}" destId="{D4844543-D51C-4C42-8B5B-D0F65D62A560}" srcOrd="0" destOrd="0" parTransId="{DDFFCEFE-EE8E-4A19-9A33-ADD2279F8496}" sibTransId="{DD380C9F-920A-4DEE-B82F-00C663630935}"/>
    <dgm:cxn modelId="{1CC588FC-B6AD-4A19-A045-852E74DA7BDB}" srcId="{6C85A55E-BD4D-4E46-9E11-15544FC6EE80}" destId="{E4931A8D-F8B9-4FEC-B929-7983CC446574}" srcOrd="3" destOrd="0" parTransId="{79DC17FA-2933-494A-A7AC-B21432DC75FA}" sibTransId="{825E51B3-1EF4-45E0-907E-6DEB84C32D16}"/>
    <dgm:cxn modelId="{3C86B17A-E390-4508-B3C8-A48505AEA100}" type="presParOf" srcId="{7A6FFCA5-3216-46EE-8A23-52ED13BEE25E}" destId="{CEA2178B-BDC5-4635-B1AF-B5D807E08990}" srcOrd="0" destOrd="0" presId="urn:microsoft.com/office/officeart/2005/8/layout/process4"/>
    <dgm:cxn modelId="{F380AD99-12C1-41B9-9659-917F5220FFF5}" type="presParOf" srcId="{CEA2178B-BDC5-4635-B1AF-B5D807E08990}" destId="{8649B41B-6837-44B8-AFFE-4ACCE40D04D7}" srcOrd="0" destOrd="0" presId="urn:microsoft.com/office/officeart/2005/8/layout/process4"/>
    <dgm:cxn modelId="{2F657432-CA6C-44F1-86F4-7AC691FF7E77}" type="presParOf" srcId="{7A6FFCA5-3216-46EE-8A23-52ED13BEE25E}" destId="{51684302-5283-4835-AEA4-3D3B19B7BC09}" srcOrd="1" destOrd="0" presId="urn:microsoft.com/office/officeart/2005/8/layout/process4"/>
    <dgm:cxn modelId="{F113D4F6-D57C-4588-8619-558AEBDFA051}" type="presParOf" srcId="{7A6FFCA5-3216-46EE-8A23-52ED13BEE25E}" destId="{FBC5132E-2A37-48C6-805B-BF900322DCBC}" srcOrd="2" destOrd="0" presId="urn:microsoft.com/office/officeart/2005/8/layout/process4"/>
    <dgm:cxn modelId="{AD6C9101-9562-4571-B856-A3CA3D49E947}" type="presParOf" srcId="{FBC5132E-2A37-48C6-805B-BF900322DCBC}" destId="{A32E0179-60A6-4887-8E3B-D63D74DC9C8F}" srcOrd="0" destOrd="0" presId="urn:microsoft.com/office/officeart/2005/8/layout/process4"/>
    <dgm:cxn modelId="{BD0267A9-7616-4ADB-84B2-1B306EF7F49B}" type="presParOf" srcId="{7A6FFCA5-3216-46EE-8A23-52ED13BEE25E}" destId="{92B7A700-9A6E-44F4-A594-FBD8438FF934}" srcOrd="3" destOrd="0" presId="urn:microsoft.com/office/officeart/2005/8/layout/process4"/>
    <dgm:cxn modelId="{DA4F546C-91EC-4630-86DE-BD61E7A028D4}" type="presParOf" srcId="{7A6FFCA5-3216-46EE-8A23-52ED13BEE25E}" destId="{50A4867D-3CFC-4F89-AEF3-E253CB80F392}" srcOrd="4" destOrd="0" presId="urn:microsoft.com/office/officeart/2005/8/layout/process4"/>
    <dgm:cxn modelId="{F17E3313-9A16-4FFA-8696-0E8B0FC2D47C}" type="presParOf" srcId="{50A4867D-3CFC-4F89-AEF3-E253CB80F392}" destId="{9B1BB7AE-D21A-4057-AAE4-1369D2892674}" srcOrd="0" destOrd="0" presId="urn:microsoft.com/office/officeart/2005/8/layout/process4"/>
    <dgm:cxn modelId="{29A14FD1-1608-4112-B1DD-741D0A66BCB8}" type="presParOf" srcId="{7A6FFCA5-3216-46EE-8A23-52ED13BEE25E}" destId="{5665F1A2-A503-419A-96F8-2886B7ED914B}" srcOrd="5" destOrd="0" presId="urn:microsoft.com/office/officeart/2005/8/layout/process4"/>
    <dgm:cxn modelId="{27BAD372-E9B3-40A7-AB0E-9B08A79511AB}" type="presParOf" srcId="{7A6FFCA5-3216-46EE-8A23-52ED13BEE25E}" destId="{2776BD34-572D-4233-85F3-0A9E0FE1A5C2}" srcOrd="6" destOrd="0" presId="urn:microsoft.com/office/officeart/2005/8/layout/process4"/>
    <dgm:cxn modelId="{CBB3B703-1238-485B-AF09-EE394221A56A}" type="presParOf" srcId="{2776BD34-572D-4233-85F3-0A9E0FE1A5C2}" destId="{19D94B9D-C3B3-4E8A-9125-F28583CD1AC0}" srcOrd="0" destOrd="0" presId="urn:microsoft.com/office/officeart/2005/8/layout/process4"/>
    <dgm:cxn modelId="{C8B20596-66D2-470F-81D0-E055D0390675}" type="presParOf" srcId="{2776BD34-572D-4233-85F3-0A9E0FE1A5C2}" destId="{91F920A0-2249-4B28-BB64-788E16D3D59E}" srcOrd="1" destOrd="0" presId="urn:microsoft.com/office/officeart/2005/8/layout/process4"/>
    <dgm:cxn modelId="{1AA5D723-5914-4223-948D-5B125016BA90}" type="presParOf" srcId="{2776BD34-572D-4233-85F3-0A9E0FE1A5C2}" destId="{C86FB377-C919-4363-BA4C-FF18B46BF031}" srcOrd="2" destOrd="0" presId="urn:microsoft.com/office/officeart/2005/8/layout/process4"/>
    <dgm:cxn modelId="{E6034475-2238-497C-BF67-53B6AAF94C32}" type="presParOf" srcId="{C86FB377-C919-4363-BA4C-FF18B46BF031}" destId="{799397A9-DF52-4C05-8DEC-D2551DA8FA80}" srcOrd="0" destOrd="0" presId="urn:microsoft.com/office/officeart/2005/8/layout/process4"/>
    <dgm:cxn modelId="{6C2057DB-7934-4415-92C2-6A6483452423}" type="presParOf" srcId="{C86FB377-C919-4363-BA4C-FF18B46BF031}" destId="{E59909E4-170A-47BB-8382-A22B965B74C2}" srcOrd="1" destOrd="0" presId="urn:microsoft.com/office/officeart/2005/8/layout/process4"/>
    <dgm:cxn modelId="{1062CBF2-5341-416A-9ECB-4D664400C11C}" type="presParOf" srcId="{C86FB377-C919-4363-BA4C-FF18B46BF031}" destId="{8FF49A7F-693B-44F3-900F-E2DF0E752FF8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A84FEE-C630-4BE2-9BDB-504344F98D2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90BD34-872B-4551-A6E8-DF14DC8AF3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>
              <a:solidFill>
                <a:schemeClr val="tx1"/>
              </a:solidFill>
            </a:rPr>
            <a:t>Quantitative:</a:t>
          </a:r>
        </a:p>
      </dgm:t>
    </dgm:pt>
    <dgm:pt modelId="{BC7D514D-FD30-4A66-9682-E976AFD1E5E2}" type="parTrans" cxnId="{FAE88E4D-17FF-4A2F-B439-DE25D108C0D8}">
      <dgm:prSet/>
      <dgm:spPr/>
      <dgm:t>
        <a:bodyPr/>
        <a:lstStyle/>
        <a:p>
          <a:endParaRPr lang="en-US"/>
        </a:p>
      </dgm:t>
    </dgm:pt>
    <dgm:pt modelId="{66F32CFD-60FE-4B42-8B58-3B088B56BF11}" type="sibTrans" cxnId="{FAE88E4D-17FF-4A2F-B439-DE25D108C0D8}">
      <dgm:prSet/>
      <dgm:spPr/>
      <dgm:t>
        <a:bodyPr/>
        <a:lstStyle/>
        <a:p>
          <a:endParaRPr lang="en-US"/>
        </a:p>
      </dgm:t>
    </dgm:pt>
    <dgm:pt modelId="{D822D4E2-1BD5-40C9-8BFE-512B1A0756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/>
              </a:solidFill>
            </a:rPr>
            <a:t>BLEU Score- Measures n-gram overlap between generated and reference treatment plans</a:t>
          </a:r>
        </a:p>
      </dgm:t>
    </dgm:pt>
    <dgm:pt modelId="{44340CE6-9C57-44B1-A121-79F3FF164C3C}" type="parTrans" cxnId="{F2F5217B-7E0D-4A2B-B899-3EA3F85DDBE6}">
      <dgm:prSet/>
      <dgm:spPr/>
      <dgm:t>
        <a:bodyPr/>
        <a:lstStyle/>
        <a:p>
          <a:endParaRPr lang="en-US"/>
        </a:p>
      </dgm:t>
    </dgm:pt>
    <dgm:pt modelId="{8CE04775-1B7B-4DB9-AF2C-CD6684DE022F}" type="sibTrans" cxnId="{F2F5217B-7E0D-4A2B-B899-3EA3F85DDBE6}">
      <dgm:prSet/>
      <dgm:spPr/>
      <dgm:t>
        <a:bodyPr/>
        <a:lstStyle/>
        <a:p>
          <a:endParaRPr lang="en-US"/>
        </a:p>
      </dgm:t>
    </dgm:pt>
    <dgm:pt modelId="{5D248500-1977-476E-A3BB-EEDBE64B6B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/>
              </a:solidFill>
            </a:rPr>
            <a:t>ROUGE score- assesses how much of the reference plan content is captured in the generated plans</a:t>
          </a:r>
        </a:p>
      </dgm:t>
    </dgm:pt>
    <dgm:pt modelId="{3741CBFD-D3E6-419E-A6B3-178F34546AFE}" type="parTrans" cxnId="{52787D99-22A1-4CB2-B577-983EC213ED44}">
      <dgm:prSet/>
      <dgm:spPr/>
      <dgm:t>
        <a:bodyPr/>
        <a:lstStyle/>
        <a:p>
          <a:endParaRPr lang="en-US"/>
        </a:p>
      </dgm:t>
    </dgm:pt>
    <dgm:pt modelId="{C475F1A3-0AC8-411E-86C9-3AE5EE945449}" type="sibTrans" cxnId="{52787D99-22A1-4CB2-B577-983EC213ED44}">
      <dgm:prSet/>
      <dgm:spPr/>
      <dgm:t>
        <a:bodyPr/>
        <a:lstStyle/>
        <a:p>
          <a:endParaRPr lang="en-US"/>
        </a:p>
      </dgm:t>
    </dgm:pt>
    <dgm:pt modelId="{C2D1EF8E-F7FA-4FCE-BF73-07A9B4D9A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/>
              </a:solidFill>
              <a:latin typeface="Neue Haas Grotesk Text Pro"/>
            </a:rPr>
            <a:t>LLM-as-a-judge</a:t>
          </a:r>
          <a:r>
            <a:rPr lang="en-US">
              <a:solidFill>
                <a:schemeClr val="tx1"/>
              </a:solidFill>
            </a:rPr>
            <a:t> evaluation (GPT- 4o):</a:t>
          </a:r>
        </a:p>
      </dgm:t>
    </dgm:pt>
    <dgm:pt modelId="{952C7932-4888-4F96-A3BD-5F84E3411509}" type="parTrans" cxnId="{FC7D642F-21F6-4BAE-96D5-6C5689D47305}">
      <dgm:prSet/>
      <dgm:spPr/>
      <dgm:t>
        <a:bodyPr/>
        <a:lstStyle/>
        <a:p>
          <a:endParaRPr lang="en-US"/>
        </a:p>
      </dgm:t>
    </dgm:pt>
    <dgm:pt modelId="{FF32C7EE-5FF8-450F-A952-0B7AA717F3A9}" type="sibTrans" cxnId="{FC7D642F-21F6-4BAE-96D5-6C5689D47305}">
      <dgm:prSet/>
      <dgm:spPr/>
      <dgm:t>
        <a:bodyPr/>
        <a:lstStyle/>
        <a:p>
          <a:endParaRPr lang="en-US"/>
        </a:p>
      </dgm:t>
    </dgm:pt>
    <dgm:pt modelId="{62A9D914-8B85-4075-8FFF-C79E9CBEB78C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Accuracy</a:t>
          </a:r>
        </a:p>
      </dgm:t>
    </dgm:pt>
    <dgm:pt modelId="{7F275680-9890-4D8E-B25B-0A49FC7BB3A9}" type="parTrans" cxnId="{511BEE9D-2F9F-49EC-A5D7-E8FC7D2DAAAC}">
      <dgm:prSet/>
      <dgm:spPr/>
      <dgm:t>
        <a:bodyPr/>
        <a:lstStyle/>
        <a:p>
          <a:endParaRPr lang="en-US"/>
        </a:p>
      </dgm:t>
    </dgm:pt>
    <dgm:pt modelId="{9E8C07C5-1277-4694-8F1F-C804F4BF914E}" type="sibTrans" cxnId="{511BEE9D-2F9F-49EC-A5D7-E8FC7D2DAAAC}">
      <dgm:prSet/>
      <dgm:spPr/>
      <dgm:t>
        <a:bodyPr/>
        <a:lstStyle/>
        <a:p>
          <a:endParaRPr lang="en-US"/>
        </a:p>
      </dgm:t>
    </dgm:pt>
    <dgm:pt modelId="{8A182991-4AD3-40B6-B6DE-D7D7CDA95578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Plausibility</a:t>
          </a:r>
        </a:p>
      </dgm:t>
    </dgm:pt>
    <dgm:pt modelId="{3CDEC4A4-9292-4EB0-89BE-959BF63DA7B8}" type="parTrans" cxnId="{A0473738-6440-4ABD-84BB-B81B3261CE38}">
      <dgm:prSet/>
      <dgm:spPr/>
      <dgm:t>
        <a:bodyPr/>
        <a:lstStyle/>
        <a:p>
          <a:endParaRPr lang="en-US"/>
        </a:p>
      </dgm:t>
    </dgm:pt>
    <dgm:pt modelId="{7E2812D7-696F-4FF6-96F7-C849886A5AC1}" type="sibTrans" cxnId="{A0473738-6440-4ABD-84BB-B81B3261CE38}">
      <dgm:prSet/>
      <dgm:spPr/>
      <dgm:t>
        <a:bodyPr/>
        <a:lstStyle/>
        <a:p>
          <a:endParaRPr lang="en-US"/>
        </a:p>
      </dgm:t>
    </dgm:pt>
    <dgm:pt modelId="{525529B3-F10E-404C-B4C9-BFC00826A76F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Specificity</a:t>
          </a:r>
        </a:p>
      </dgm:t>
    </dgm:pt>
    <dgm:pt modelId="{D4493C34-3746-4373-B912-0E610769648E}" type="parTrans" cxnId="{93BDE282-F6EB-4532-92F9-56FCAD527DBF}">
      <dgm:prSet/>
      <dgm:spPr/>
      <dgm:t>
        <a:bodyPr/>
        <a:lstStyle/>
        <a:p>
          <a:endParaRPr lang="en-US"/>
        </a:p>
      </dgm:t>
    </dgm:pt>
    <dgm:pt modelId="{A1DC2594-20E7-4E06-9EF4-F69F097B3CBC}" type="sibTrans" cxnId="{93BDE282-F6EB-4532-92F9-56FCAD527DBF}">
      <dgm:prSet/>
      <dgm:spPr/>
      <dgm:t>
        <a:bodyPr/>
        <a:lstStyle/>
        <a:p>
          <a:endParaRPr lang="en-US"/>
        </a:p>
      </dgm:t>
    </dgm:pt>
    <dgm:pt modelId="{0C6065EB-2057-4FCB-AE7A-F056B100D27C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Omission</a:t>
          </a:r>
        </a:p>
      </dgm:t>
    </dgm:pt>
    <dgm:pt modelId="{4CC6E867-FEF8-4005-9819-A42C5B9AED47}" type="parTrans" cxnId="{1C827187-BC3A-4D71-A809-4BE7CA896834}">
      <dgm:prSet/>
      <dgm:spPr/>
      <dgm:t>
        <a:bodyPr/>
        <a:lstStyle/>
        <a:p>
          <a:endParaRPr lang="en-US"/>
        </a:p>
      </dgm:t>
    </dgm:pt>
    <dgm:pt modelId="{3E4620F0-C9C4-433D-AFFA-16616A6FF245}" type="sibTrans" cxnId="{1C827187-BC3A-4D71-A809-4BE7CA896834}">
      <dgm:prSet/>
      <dgm:spPr/>
      <dgm:t>
        <a:bodyPr/>
        <a:lstStyle/>
        <a:p>
          <a:endParaRPr lang="en-US"/>
        </a:p>
      </dgm:t>
    </dgm:pt>
    <dgm:pt modelId="{917730FF-7597-4E5C-BA02-E26CF3D8B6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>
              <a:solidFill>
                <a:schemeClr val="tx1"/>
              </a:solidFill>
            </a:rPr>
            <a:t>Qualitative: </a:t>
          </a:r>
          <a:endParaRPr lang="en-US">
            <a:solidFill>
              <a:schemeClr val="tx1"/>
            </a:solidFill>
            <a:latin typeface="Neue Haas Grotesk Text Pro"/>
          </a:endParaRPr>
        </a:p>
      </dgm:t>
    </dgm:pt>
    <dgm:pt modelId="{FD46C942-A471-4B88-B51C-DCE5E4D743C9}" type="parTrans" cxnId="{94C464E4-AC3D-4DBD-90CF-2EED7BD70525}">
      <dgm:prSet/>
      <dgm:spPr/>
      <dgm:t>
        <a:bodyPr/>
        <a:lstStyle/>
        <a:p>
          <a:endParaRPr lang="en-US"/>
        </a:p>
      </dgm:t>
    </dgm:pt>
    <dgm:pt modelId="{CDD9AF8A-F160-42B1-8329-B90459049AE1}" type="sibTrans" cxnId="{94C464E4-AC3D-4DBD-90CF-2EED7BD70525}">
      <dgm:prSet/>
      <dgm:spPr/>
      <dgm:t>
        <a:bodyPr/>
        <a:lstStyle/>
        <a:p>
          <a:endParaRPr lang="en-US"/>
        </a:p>
      </dgm:t>
    </dgm:pt>
    <dgm:pt modelId="{81FDB896-48CB-4950-B650-E30A1E4F193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/>
              </a:solidFill>
            </a:rPr>
            <a:t>Manual reading of treatment plans (structure, role attribution, collaborative language)</a:t>
          </a:r>
        </a:p>
      </dgm:t>
    </dgm:pt>
    <dgm:pt modelId="{A61834B5-9D08-47F2-BF5B-4B25FA6AB04F}" type="parTrans" cxnId="{22EEEBE9-B5EF-4FDF-955F-CAA46096F525}">
      <dgm:prSet/>
      <dgm:spPr/>
    </dgm:pt>
    <dgm:pt modelId="{7500E51C-F041-4E26-B02F-AD1C96D6D622}" type="sibTrans" cxnId="{22EEEBE9-B5EF-4FDF-955F-CAA46096F525}">
      <dgm:prSet/>
      <dgm:spPr/>
    </dgm:pt>
    <dgm:pt modelId="{0517D9A7-C701-4882-BB35-2139DC6A94FC}" type="pres">
      <dgm:prSet presAssocID="{66A84FEE-C630-4BE2-9BDB-504344F98D21}" presName="root" presStyleCnt="0">
        <dgm:presLayoutVars>
          <dgm:dir/>
          <dgm:resizeHandles val="exact"/>
        </dgm:presLayoutVars>
      </dgm:prSet>
      <dgm:spPr/>
    </dgm:pt>
    <dgm:pt modelId="{53F6501E-4AB1-4EBD-96B9-96F5BA6BF981}" type="pres">
      <dgm:prSet presAssocID="{E990BD34-872B-4551-A6E8-DF14DC8AF3FC}" presName="compNode" presStyleCnt="0"/>
      <dgm:spPr/>
    </dgm:pt>
    <dgm:pt modelId="{3BCA74FD-DF71-4247-A868-C54D7FD033C4}" type="pres">
      <dgm:prSet presAssocID="{E990BD34-872B-4551-A6E8-DF14DC8AF3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6C1D1FFD-D6AE-4EC8-86A9-BF3B947375E6}" type="pres">
      <dgm:prSet presAssocID="{E990BD34-872B-4551-A6E8-DF14DC8AF3FC}" presName="iconSpace" presStyleCnt="0"/>
      <dgm:spPr/>
    </dgm:pt>
    <dgm:pt modelId="{6878C58B-5196-4949-A65E-9A7C31817423}" type="pres">
      <dgm:prSet presAssocID="{E990BD34-872B-4551-A6E8-DF14DC8AF3FC}" presName="parTx" presStyleLbl="revTx" presStyleIdx="0" presStyleCnt="4">
        <dgm:presLayoutVars>
          <dgm:chMax val="0"/>
          <dgm:chPref val="0"/>
        </dgm:presLayoutVars>
      </dgm:prSet>
      <dgm:spPr/>
    </dgm:pt>
    <dgm:pt modelId="{0359D6A5-581F-473A-8A9A-050A3E59EECF}" type="pres">
      <dgm:prSet presAssocID="{E990BD34-872B-4551-A6E8-DF14DC8AF3FC}" presName="txSpace" presStyleCnt="0"/>
      <dgm:spPr/>
    </dgm:pt>
    <dgm:pt modelId="{AB25647F-1B59-47E1-8982-F5EE5AF5ABC5}" type="pres">
      <dgm:prSet presAssocID="{E990BD34-872B-4551-A6E8-DF14DC8AF3FC}" presName="desTx" presStyleLbl="revTx" presStyleIdx="1" presStyleCnt="4">
        <dgm:presLayoutVars/>
      </dgm:prSet>
      <dgm:spPr/>
    </dgm:pt>
    <dgm:pt modelId="{4933251D-14A8-42BF-A3C0-09083564A394}" type="pres">
      <dgm:prSet presAssocID="{66F32CFD-60FE-4B42-8B58-3B088B56BF11}" presName="sibTrans" presStyleCnt="0"/>
      <dgm:spPr/>
    </dgm:pt>
    <dgm:pt modelId="{1E3B27FE-066C-4517-B056-ED8CDD887600}" type="pres">
      <dgm:prSet presAssocID="{917730FF-7597-4E5C-BA02-E26CF3D8B65F}" presName="compNode" presStyleCnt="0"/>
      <dgm:spPr/>
    </dgm:pt>
    <dgm:pt modelId="{D3FF52E6-4358-490A-8DB5-8E0777F814FA}" type="pres">
      <dgm:prSet presAssocID="{917730FF-7597-4E5C-BA02-E26CF3D8B65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CC4233B-A674-45D9-823F-8BD6CC52CB5C}" type="pres">
      <dgm:prSet presAssocID="{917730FF-7597-4E5C-BA02-E26CF3D8B65F}" presName="iconSpace" presStyleCnt="0"/>
      <dgm:spPr/>
    </dgm:pt>
    <dgm:pt modelId="{CF46C651-56C7-4071-85EB-47A672633C89}" type="pres">
      <dgm:prSet presAssocID="{917730FF-7597-4E5C-BA02-E26CF3D8B65F}" presName="parTx" presStyleLbl="revTx" presStyleIdx="2" presStyleCnt="4">
        <dgm:presLayoutVars>
          <dgm:chMax val="0"/>
          <dgm:chPref val="0"/>
        </dgm:presLayoutVars>
      </dgm:prSet>
      <dgm:spPr/>
    </dgm:pt>
    <dgm:pt modelId="{B20FE263-E49F-4B85-9FDC-3225B4DDCDD9}" type="pres">
      <dgm:prSet presAssocID="{917730FF-7597-4E5C-BA02-E26CF3D8B65F}" presName="txSpace" presStyleCnt="0"/>
      <dgm:spPr/>
    </dgm:pt>
    <dgm:pt modelId="{7257DB63-CD90-4D05-95FD-81C454C0A169}" type="pres">
      <dgm:prSet presAssocID="{917730FF-7597-4E5C-BA02-E26CF3D8B65F}" presName="desTx" presStyleLbl="revTx" presStyleIdx="3" presStyleCnt="4">
        <dgm:presLayoutVars/>
      </dgm:prSet>
      <dgm:spPr/>
    </dgm:pt>
  </dgm:ptLst>
  <dgm:cxnLst>
    <dgm:cxn modelId="{023BA800-8DEB-44EC-BD8F-F851A7E084D7}" type="presOf" srcId="{C2D1EF8E-F7FA-4FCE-BF73-07A9B4D9A496}" destId="{AB25647F-1B59-47E1-8982-F5EE5AF5ABC5}" srcOrd="0" destOrd="2" presId="urn:microsoft.com/office/officeart/2018/5/layout/CenteredIconLabelDescriptionList"/>
    <dgm:cxn modelId="{FC7D642F-21F6-4BAE-96D5-6C5689D47305}" srcId="{E990BD34-872B-4551-A6E8-DF14DC8AF3FC}" destId="{C2D1EF8E-F7FA-4FCE-BF73-07A9B4D9A496}" srcOrd="2" destOrd="0" parTransId="{952C7932-4888-4F96-A3BD-5F84E3411509}" sibTransId="{FF32C7EE-5FF8-450F-A952-0B7AA717F3A9}"/>
    <dgm:cxn modelId="{A0473738-6440-4ABD-84BB-B81B3261CE38}" srcId="{C2D1EF8E-F7FA-4FCE-BF73-07A9B4D9A496}" destId="{8A182991-4AD3-40B6-B6DE-D7D7CDA95578}" srcOrd="1" destOrd="0" parTransId="{3CDEC4A4-9292-4EB0-89BE-959BF63DA7B8}" sibTransId="{7E2812D7-696F-4FF6-96F7-C849886A5AC1}"/>
    <dgm:cxn modelId="{3239BE39-842A-499B-8EA7-3ADA1595C6AD}" type="presOf" srcId="{0C6065EB-2057-4FCB-AE7A-F056B100D27C}" destId="{AB25647F-1B59-47E1-8982-F5EE5AF5ABC5}" srcOrd="0" destOrd="6" presId="urn:microsoft.com/office/officeart/2018/5/layout/CenteredIconLabelDescriptionList"/>
    <dgm:cxn modelId="{E6020041-400B-4E14-9F0C-1760AE145C26}" type="presOf" srcId="{8A182991-4AD3-40B6-B6DE-D7D7CDA95578}" destId="{AB25647F-1B59-47E1-8982-F5EE5AF5ABC5}" srcOrd="0" destOrd="4" presId="urn:microsoft.com/office/officeart/2018/5/layout/CenteredIconLabelDescriptionList"/>
    <dgm:cxn modelId="{5917326A-0B42-4167-BD22-E66DCA32C635}" type="presOf" srcId="{917730FF-7597-4E5C-BA02-E26CF3D8B65F}" destId="{CF46C651-56C7-4071-85EB-47A672633C89}" srcOrd="0" destOrd="0" presId="urn:microsoft.com/office/officeart/2018/5/layout/CenteredIconLabelDescriptionList"/>
    <dgm:cxn modelId="{FAE88E4D-17FF-4A2F-B439-DE25D108C0D8}" srcId="{66A84FEE-C630-4BE2-9BDB-504344F98D21}" destId="{E990BD34-872B-4551-A6E8-DF14DC8AF3FC}" srcOrd="0" destOrd="0" parTransId="{BC7D514D-FD30-4A66-9682-E976AFD1E5E2}" sibTransId="{66F32CFD-60FE-4B42-8B58-3B088B56BF11}"/>
    <dgm:cxn modelId="{F2F5217B-7E0D-4A2B-B899-3EA3F85DDBE6}" srcId="{E990BD34-872B-4551-A6E8-DF14DC8AF3FC}" destId="{D822D4E2-1BD5-40C9-8BFE-512B1A075689}" srcOrd="0" destOrd="0" parTransId="{44340CE6-9C57-44B1-A121-79F3FF164C3C}" sibTransId="{8CE04775-1B7B-4DB9-AF2C-CD6684DE022F}"/>
    <dgm:cxn modelId="{93BDE282-F6EB-4532-92F9-56FCAD527DBF}" srcId="{C2D1EF8E-F7FA-4FCE-BF73-07A9B4D9A496}" destId="{525529B3-F10E-404C-B4C9-BFC00826A76F}" srcOrd="2" destOrd="0" parTransId="{D4493C34-3746-4373-B912-0E610769648E}" sibTransId="{A1DC2594-20E7-4E06-9EF4-F69F097B3CBC}"/>
    <dgm:cxn modelId="{6AB2D784-812F-448F-BE11-94888C03571E}" type="presOf" srcId="{66A84FEE-C630-4BE2-9BDB-504344F98D21}" destId="{0517D9A7-C701-4882-BB35-2139DC6A94FC}" srcOrd="0" destOrd="0" presId="urn:microsoft.com/office/officeart/2018/5/layout/CenteredIconLabelDescriptionList"/>
    <dgm:cxn modelId="{1C827187-BC3A-4D71-A809-4BE7CA896834}" srcId="{C2D1EF8E-F7FA-4FCE-BF73-07A9B4D9A496}" destId="{0C6065EB-2057-4FCB-AE7A-F056B100D27C}" srcOrd="3" destOrd="0" parTransId="{4CC6E867-FEF8-4005-9819-A42C5B9AED47}" sibTransId="{3E4620F0-C9C4-433D-AFFA-16616A6FF245}"/>
    <dgm:cxn modelId="{52787D99-22A1-4CB2-B577-983EC213ED44}" srcId="{E990BD34-872B-4551-A6E8-DF14DC8AF3FC}" destId="{5D248500-1977-476E-A3BB-EEDBE64B6BA6}" srcOrd="1" destOrd="0" parTransId="{3741CBFD-D3E6-419E-A6B3-178F34546AFE}" sibTransId="{C475F1A3-0AC8-411E-86C9-3AE5EE945449}"/>
    <dgm:cxn modelId="{E26BBB99-AFD2-4B8C-BC94-75A41AD45F52}" type="presOf" srcId="{D822D4E2-1BD5-40C9-8BFE-512B1A075689}" destId="{AB25647F-1B59-47E1-8982-F5EE5AF5ABC5}" srcOrd="0" destOrd="0" presId="urn:microsoft.com/office/officeart/2018/5/layout/CenteredIconLabelDescriptionList"/>
    <dgm:cxn modelId="{6048659D-6585-40A3-9D32-AF4E8EF9C61F}" type="presOf" srcId="{E990BD34-872B-4551-A6E8-DF14DC8AF3FC}" destId="{6878C58B-5196-4949-A65E-9A7C31817423}" srcOrd="0" destOrd="0" presId="urn:microsoft.com/office/officeart/2018/5/layout/CenteredIconLabelDescriptionList"/>
    <dgm:cxn modelId="{511BEE9D-2F9F-49EC-A5D7-E8FC7D2DAAAC}" srcId="{C2D1EF8E-F7FA-4FCE-BF73-07A9B4D9A496}" destId="{62A9D914-8B85-4075-8FFF-C79E9CBEB78C}" srcOrd="0" destOrd="0" parTransId="{7F275680-9890-4D8E-B25B-0A49FC7BB3A9}" sibTransId="{9E8C07C5-1277-4694-8F1F-C804F4BF914E}"/>
    <dgm:cxn modelId="{41A39DAA-FCC0-4CC9-AB7B-1580B66D52FA}" type="presOf" srcId="{5D248500-1977-476E-A3BB-EEDBE64B6BA6}" destId="{AB25647F-1B59-47E1-8982-F5EE5AF5ABC5}" srcOrd="0" destOrd="1" presId="urn:microsoft.com/office/officeart/2018/5/layout/CenteredIconLabelDescriptionList"/>
    <dgm:cxn modelId="{0AF512BB-9ADC-4D48-B302-6B00CAA3C430}" type="presOf" srcId="{62A9D914-8B85-4075-8FFF-C79E9CBEB78C}" destId="{AB25647F-1B59-47E1-8982-F5EE5AF5ABC5}" srcOrd="0" destOrd="3" presId="urn:microsoft.com/office/officeart/2018/5/layout/CenteredIconLabelDescriptionList"/>
    <dgm:cxn modelId="{6DE7D5CC-968D-41F3-B732-E2A2EAA2238A}" type="presOf" srcId="{81FDB896-48CB-4950-B650-E30A1E4F1931}" destId="{7257DB63-CD90-4D05-95FD-81C454C0A169}" srcOrd="0" destOrd="0" presId="urn:microsoft.com/office/officeart/2018/5/layout/CenteredIconLabelDescriptionList"/>
    <dgm:cxn modelId="{38947FCF-4FF9-4DFA-8E27-D6E282077E3C}" type="presOf" srcId="{525529B3-F10E-404C-B4C9-BFC00826A76F}" destId="{AB25647F-1B59-47E1-8982-F5EE5AF5ABC5}" srcOrd="0" destOrd="5" presId="urn:microsoft.com/office/officeart/2018/5/layout/CenteredIconLabelDescriptionList"/>
    <dgm:cxn modelId="{94C464E4-AC3D-4DBD-90CF-2EED7BD70525}" srcId="{66A84FEE-C630-4BE2-9BDB-504344F98D21}" destId="{917730FF-7597-4E5C-BA02-E26CF3D8B65F}" srcOrd="1" destOrd="0" parTransId="{FD46C942-A471-4B88-B51C-DCE5E4D743C9}" sibTransId="{CDD9AF8A-F160-42B1-8329-B90459049AE1}"/>
    <dgm:cxn modelId="{22EEEBE9-B5EF-4FDF-955F-CAA46096F525}" srcId="{917730FF-7597-4E5C-BA02-E26CF3D8B65F}" destId="{81FDB896-48CB-4950-B650-E30A1E4F1931}" srcOrd="0" destOrd="0" parTransId="{A61834B5-9D08-47F2-BF5B-4B25FA6AB04F}" sibTransId="{7500E51C-F041-4E26-B02F-AD1C96D6D622}"/>
    <dgm:cxn modelId="{C75C164D-3F65-46A8-9BC4-5A7074B599A2}" type="presParOf" srcId="{0517D9A7-C701-4882-BB35-2139DC6A94FC}" destId="{53F6501E-4AB1-4EBD-96B9-96F5BA6BF981}" srcOrd="0" destOrd="0" presId="urn:microsoft.com/office/officeart/2018/5/layout/CenteredIconLabelDescriptionList"/>
    <dgm:cxn modelId="{89126771-213C-4F94-A707-77AC2D1C7B56}" type="presParOf" srcId="{53F6501E-4AB1-4EBD-96B9-96F5BA6BF981}" destId="{3BCA74FD-DF71-4247-A868-C54D7FD033C4}" srcOrd="0" destOrd="0" presId="urn:microsoft.com/office/officeart/2018/5/layout/CenteredIconLabelDescriptionList"/>
    <dgm:cxn modelId="{8763F53E-31EB-4639-BF23-C93655D9F9AC}" type="presParOf" srcId="{53F6501E-4AB1-4EBD-96B9-96F5BA6BF981}" destId="{6C1D1FFD-D6AE-4EC8-86A9-BF3B947375E6}" srcOrd="1" destOrd="0" presId="urn:microsoft.com/office/officeart/2018/5/layout/CenteredIconLabelDescriptionList"/>
    <dgm:cxn modelId="{A379550E-7F67-4E28-9F07-A1BDB0D7B5EC}" type="presParOf" srcId="{53F6501E-4AB1-4EBD-96B9-96F5BA6BF981}" destId="{6878C58B-5196-4949-A65E-9A7C31817423}" srcOrd="2" destOrd="0" presId="urn:microsoft.com/office/officeart/2018/5/layout/CenteredIconLabelDescriptionList"/>
    <dgm:cxn modelId="{BB34CF0E-DE7E-4271-946C-D6BEF8F86442}" type="presParOf" srcId="{53F6501E-4AB1-4EBD-96B9-96F5BA6BF981}" destId="{0359D6A5-581F-473A-8A9A-050A3E59EECF}" srcOrd="3" destOrd="0" presId="urn:microsoft.com/office/officeart/2018/5/layout/CenteredIconLabelDescriptionList"/>
    <dgm:cxn modelId="{D19984AA-6F4B-42A2-8224-6B7BE2D6ABD9}" type="presParOf" srcId="{53F6501E-4AB1-4EBD-96B9-96F5BA6BF981}" destId="{AB25647F-1B59-47E1-8982-F5EE5AF5ABC5}" srcOrd="4" destOrd="0" presId="urn:microsoft.com/office/officeart/2018/5/layout/CenteredIconLabelDescriptionList"/>
    <dgm:cxn modelId="{1B7564D1-9526-443C-A904-B0801CA861DF}" type="presParOf" srcId="{0517D9A7-C701-4882-BB35-2139DC6A94FC}" destId="{4933251D-14A8-42BF-A3C0-09083564A394}" srcOrd="1" destOrd="0" presId="urn:microsoft.com/office/officeart/2018/5/layout/CenteredIconLabelDescriptionList"/>
    <dgm:cxn modelId="{1FE26679-5C71-4EAE-9616-A7ACAD2567B4}" type="presParOf" srcId="{0517D9A7-C701-4882-BB35-2139DC6A94FC}" destId="{1E3B27FE-066C-4517-B056-ED8CDD887600}" srcOrd="2" destOrd="0" presId="urn:microsoft.com/office/officeart/2018/5/layout/CenteredIconLabelDescriptionList"/>
    <dgm:cxn modelId="{58758916-2866-47B3-80C0-82C071A54782}" type="presParOf" srcId="{1E3B27FE-066C-4517-B056-ED8CDD887600}" destId="{D3FF52E6-4358-490A-8DB5-8E0777F814FA}" srcOrd="0" destOrd="0" presId="urn:microsoft.com/office/officeart/2018/5/layout/CenteredIconLabelDescriptionList"/>
    <dgm:cxn modelId="{F1838F3E-07DA-404E-BFD7-F0ECF42B7DE6}" type="presParOf" srcId="{1E3B27FE-066C-4517-B056-ED8CDD887600}" destId="{1CC4233B-A674-45D9-823F-8BD6CC52CB5C}" srcOrd="1" destOrd="0" presId="urn:microsoft.com/office/officeart/2018/5/layout/CenteredIconLabelDescriptionList"/>
    <dgm:cxn modelId="{8304D9F3-115D-4E38-81A3-F99BAD78937E}" type="presParOf" srcId="{1E3B27FE-066C-4517-B056-ED8CDD887600}" destId="{CF46C651-56C7-4071-85EB-47A672633C89}" srcOrd="2" destOrd="0" presId="urn:microsoft.com/office/officeart/2018/5/layout/CenteredIconLabelDescriptionList"/>
    <dgm:cxn modelId="{BEFE5E71-D8CB-40DD-83E1-5800CC51C68A}" type="presParOf" srcId="{1E3B27FE-066C-4517-B056-ED8CDD887600}" destId="{B20FE263-E49F-4B85-9FDC-3225B4DDCDD9}" srcOrd="3" destOrd="0" presId="urn:microsoft.com/office/officeart/2018/5/layout/CenteredIconLabelDescriptionList"/>
    <dgm:cxn modelId="{1BAF62B5-067C-4539-BEC1-DFB7FC9DD30B}" type="presParOf" srcId="{1E3B27FE-066C-4517-B056-ED8CDD887600}" destId="{7257DB63-CD90-4D05-95FD-81C454C0A16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2C050-BD75-4F4D-8FA0-42E328996B15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07C26-3C13-4866-BDEE-6CF9A0902F43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A53B1-96F7-4BA2-9716-344E59C821D0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Interprofessional Education (IPE) is a collaborative approach that brings together students from various disciplines to learn collaboratively, aiming to enhance teamwork.</a:t>
          </a:r>
        </a:p>
      </dsp:txBody>
      <dsp:txXfrm>
        <a:off x="1405898" y="2401"/>
        <a:ext cx="5543541" cy="1217228"/>
      </dsp:txXfrm>
    </dsp:sp>
    <dsp:sp modelId="{244F7750-B875-4F7E-89CF-ACF3B02A2BFE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755B6-B465-4EE7-BD20-1F3A83005A2D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76043-D4A3-4A2A-832C-8980E123A96D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Interprofessional Practice (IPP) is putting it into practice.</a:t>
          </a:r>
        </a:p>
      </dsp:txBody>
      <dsp:txXfrm>
        <a:off x="1405898" y="1523937"/>
        <a:ext cx="5543541" cy="1217228"/>
      </dsp:txXfrm>
    </dsp:sp>
    <dsp:sp modelId="{F5333136-78D9-4402-967C-F66ADC151C38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1F315-925E-4323-8F46-02291B3FF9F4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89F6E-BC9F-4972-8951-216CE31815E6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BRIDGE</a:t>
          </a:r>
          <a:r>
            <a:rPr lang="en-US" sz="1500" kern="1200"/>
            <a:t> delves into building a Multi-Agent chatbot system capable of simulating educational conversations representing diverse professions in the medical and public health setting.</a:t>
          </a:r>
        </a:p>
      </dsp:txBody>
      <dsp:txXfrm>
        <a:off x="1405898" y="3045472"/>
        <a:ext cx="5543541" cy="1217228"/>
      </dsp:txXfrm>
    </dsp:sp>
    <dsp:sp modelId="{DCAF705A-2EC2-429A-9A73-875A1B25A977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C2240-CFB0-444E-8219-4E51A4101D4E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1AFA1-596A-4DF7-920A-A48D2452A204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MediSyn is a multi-agent system that processes a patient's IPE case study, retrieves the appropriate healthcare roles, and generates individualized treatment plans from each profession's perspective.</a:t>
          </a:r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0FC81-AB5E-4CA3-B52B-5D8D9F8730D0}">
      <dsp:nvSpPr>
        <dsp:cNvPr id="0" name=""/>
        <dsp:cNvSpPr/>
      </dsp:nvSpPr>
      <dsp:spPr>
        <a:xfrm>
          <a:off x="664789" y="676913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2A619-6E73-495B-953A-129B7CC7131C}">
      <dsp:nvSpPr>
        <dsp:cNvPr id="0" name=""/>
        <dsp:cNvSpPr/>
      </dsp:nvSpPr>
      <dsp:spPr>
        <a:xfrm>
          <a:off x="1074289" y="1086413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565C2-D598-4AED-987B-E12CBCF717E1}">
      <dsp:nvSpPr>
        <dsp:cNvPr id="0" name=""/>
        <dsp:cNvSpPr/>
      </dsp:nvSpPr>
      <dsp:spPr>
        <a:xfrm>
          <a:off x="50539" y="319691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Scheduling: Different people have different logistics, making it hard to find time for joint sessions.</a:t>
          </a:r>
        </a:p>
      </dsp:txBody>
      <dsp:txXfrm>
        <a:off x="50539" y="3196914"/>
        <a:ext cx="3150000" cy="720000"/>
      </dsp:txXfrm>
    </dsp:sp>
    <dsp:sp modelId="{EEA307E0-404B-4908-AA7E-F17006D73729}">
      <dsp:nvSpPr>
        <dsp:cNvPr id="0" name=""/>
        <dsp:cNvSpPr/>
      </dsp:nvSpPr>
      <dsp:spPr>
        <a:xfrm>
          <a:off x="4366039" y="676913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D436D-6635-44D0-ABDC-7EA1F6E0EFCC}">
      <dsp:nvSpPr>
        <dsp:cNvPr id="0" name=""/>
        <dsp:cNvSpPr/>
      </dsp:nvSpPr>
      <dsp:spPr>
        <a:xfrm>
          <a:off x="4775539" y="1086413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DE9B9-6BC8-4BF3-B922-88295E4ADC73}">
      <dsp:nvSpPr>
        <dsp:cNvPr id="0" name=""/>
        <dsp:cNvSpPr/>
      </dsp:nvSpPr>
      <dsp:spPr>
        <a:xfrm>
          <a:off x="3751789" y="319691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Financial constraint: Coordinating IPE requires extra funds for things like faculty time, simulation tools, and shared spaces.</a:t>
          </a:r>
        </a:p>
      </dsp:txBody>
      <dsp:txXfrm>
        <a:off x="3751789" y="3196914"/>
        <a:ext cx="3150000" cy="720000"/>
      </dsp:txXfrm>
    </dsp:sp>
    <dsp:sp modelId="{F03A2214-CBCD-43EA-9257-EEBD7C09C9AC}">
      <dsp:nvSpPr>
        <dsp:cNvPr id="0" name=""/>
        <dsp:cNvSpPr/>
      </dsp:nvSpPr>
      <dsp:spPr>
        <a:xfrm>
          <a:off x="8067289" y="676913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E317F-1090-4FEE-B8CD-630BDFF26383}">
      <dsp:nvSpPr>
        <dsp:cNvPr id="0" name=""/>
        <dsp:cNvSpPr/>
      </dsp:nvSpPr>
      <dsp:spPr>
        <a:xfrm>
          <a:off x="8476789" y="1086413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6DEA8-B66B-40B4-ACB4-F40FD0156B69}">
      <dsp:nvSpPr>
        <dsp:cNvPr id="0" name=""/>
        <dsp:cNvSpPr/>
      </dsp:nvSpPr>
      <dsp:spPr>
        <a:xfrm>
          <a:off x="7453039" y="319691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Cultural Barriers: Stereotypes and </a:t>
          </a:r>
          <a:r>
            <a:rPr lang="en-US" sz="1100" kern="1200">
              <a:latin typeface="Neue Haas Grotesk Text Pro"/>
            </a:rPr>
            <a:t>hierarchical</a:t>
          </a:r>
          <a:r>
            <a:rPr lang="en-US" sz="1100" kern="1200"/>
            <a:t> power imbalances between professions can block effective teamwork.</a:t>
          </a:r>
        </a:p>
      </dsp:txBody>
      <dsp:txXfrm>
        <a:off x="7453039" y="3196914"/>
        <a:ext cx="315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6C23C-2CC6-4156-893B-830A05CE6412}">
      <dsp:nvSpPr>
        <dsp:cNvPr id="0" name=""/>
        <dsp:cNvSpPr/>
      </dsp:nvSpPr>
      <dsp:spPr>
        <a:xfrm>
          <a:off x="0" y="753209"/>
          <a:ext cx="9162288" cy="1390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5F620-A8C3-4AAB-861A-3B5248BFA82E}">
      <dsp:nvSpPr>
        <dsp:cNvPr id="0" name=""/>
        <dsp:cNvSpPr/>
      </dsp:nvSpPr>
      <dsp:spPr>
        <a:xfrm>
          <a:off x="420638" y="1066081"/>
          <a:ext cx="764797" cy="7647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A8D29-C9F1-4E63-B35D-57BD1AFE4A4C}">
      <dsp:nvSpPr>
        <dsp:cNvPr id="0" name=""/>
        <dsp:cNvSpPr/>
      </dsp:nvSpPr>
      <dsp:spPr>
        <a:xfrm>
          <a:off x="1606074" y="753209"/>
          <a:ext cx="4123029" cy="1390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166" tIns="147166" rIns="147166" bIns="1471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err="1"/>
            <a:t>MediSyn</a:t>
          </a:r>
        </a:p>
      </dsp:txBody>
      <dsp:txXfrm>
        <a:off x="1606074" y="753209"/>
        <a:ext cx="4123029" cy="1390541"/>
      </dsp:txXfrm>
    </dsp:sp>
    <dsp:sp modelId="{562E91BA-476F-495D-898D-9D5D044C5364}">
      <dsp:nvSpPr>
        <dsp:cNvPr id="0" name=""/>
        <dsp:cNvSpPr/>
      </dsp:nvSpPr>
      <dsp:spPr>
        <a:xfrm>
          <a:off x="5729104" y="753209"/>
          <a:ext cx="3433183" cy="1390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166" tIns="147166" rIns="147166" bIns="14716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Data about healthcare IPP patient cases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Multi-agent system that extracts 'Team Members' and builds catered IPP treatment plan by the various team members who are healthcare professionals from various disciplines.</a:t>
          </a:r>
        </a:p>
      </dsp:txBody>
      <dsp:txXfrm>
        <a:off x="5729104" y="753209"/>
        <a:ext cx="3433183" cy="1390541"/>
      </dsp:txXfrm>
    </dsp:sp>
    <dsp:sp modelId="{FBE0FEC3-3B95-4E48-B41E-AEAFF42DC49B}">
      <dsp:nvSpPr>
        <dsp:cNvPr id="0" name=""/>
        <dsp:cNvSpPr/>
      </dsp:nvSpPr>
      <dsp:spPr>
        <a:xfrm>
          <a:off x="0" y="2491386"/>
          <a:ext cx="9162288" cy="1390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8CDB4-C5C4-40D3-970F-1ED85FA1C6F7}">
      <dsp:nvSpPr>
        <dsp:cNvPr id="0" name=""/>
        <dsp:cNvSpPr/>
      </dsp:nvSpPr>
      <dsp:spPr>
        <a:xfrm>
          <a:off x="420638" y="2804257"/>
          <a:ext cx="764797" cy="7647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3B976-FE61-4B19-83E0-40CBD8F0713D}">
      <dsp:nvSpPr>
        <dsp:cNvPr id="0" name=""/>
        <dsp:cNvSpPr/>
      </dsp:nvSpPr>
      <dsp:spPr>
        <a:xfrm>
          <a:off x="1606074" y="2491386"/>
          <a:ext cx="4123029" cy="1390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166" tIns="147166" rIns="147166" bIns="1471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Neue Haas Grotesk Text Pro"/>
            </a:rPr>
            <a:t>BRIDGE</a:t>
          </a:r>
          <a:endParaRPr lang="en-US" sz="2500" kern="1200"/>
        </a:p>
      </dsp:txBody>
      <dsp:txXfrm>
        <a:off x="1606074" y="2491386"/>
        <a:ext cx="4123029" cy="1390541"/>
      </dsp:txXfrm>
    </dsp:sp>
    <dsp:sp modelId="{742FEF71-264C-44BC-A26E-AD4A9736E78D}">
      <dsp:nvSpPr>
        <dsp:cNvPr id="0" name=""/>
        <dsp:cNvSpPr/>
      </dsp:nvSpPr>
      <dsp:spPr>
        <a:xfrm>
          <a:off x="5729104" y="2491386"/>
          <a:ext cx="3433183" cy="1390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166" tIns="147166" rIns="147166" bIns="14716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Specific private case studies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Multi-agent system, that has specific agents from various disciplines, to facilitate IPE.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a website for customer use.</a:t>
          </a:r>
        </a:p>
      </dsp:txBody>
      <dsp:txXfrm>
        <a:off x="5729104" y="2491386"/>
        <a:ext cx="3433183" cy="1390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7AB90-2138-4268-8091-C6BC9F664720}">
      <dsp:nvSpPr>
        <dsp:cNvPr id="0" name=""/>
        <dsp:cNvSpPr/>
      </dsp:nvSpPr>
      <dsp:spPr>
        <a:xfrm rot="5400000">
          <a:off x="3596546" y="-812409"/>
          <a:ext cx="2258145" cy="4447641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Nurse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Physician Assistant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Medical Social Worker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Physical Therapist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Neue Haas Grotesk Text Pro"/>
            </a:rPr>
            <a:t>Public Health Professional</a:t>
          </a:r>
          <a:endParaRPr lang="en-US" sz="2400" kern="1200"/>
        </a:p>
      </dsp:txBody>
      <dsp:txXfrm rot="-5400000">
        <a:off x="2501798" y="392573"/>
        <a:ext cx="4337407" cy="2037677"/>
      </dsp:txXfrm>
    </dsp:sp>
    <dsp:sp modelId="{1CEFD041-2073-4AC5-9A6E-3D63D080DFA5}">
      <dsp:nvSpPr>
        <dsp:cNvPr id="0" name=""/>
        <dsp:cNvSpPr/>
      </dsp:nvSpPr>
      <dsp:spPr>
        <a:xfrm>
          <a:off x="0" y="70"/>
          <a:ext cx="2501798" cy="2822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Agents:</a:t>
          </a:r>
        </a:p>
      </dsp:txBody>
      <dsp:txXfrm>
        <a:off x="122128" y="122198"/>
        <a:ext cx="2257542" cy="2578425"/>
      </dsp:txXfrm>
    </dsp:sp>
    <dsp:sp modelId="{5A6282D1-C849-4B2A-9699-2850E0D82F73}">
      <dsp:nvSpPr>
        <dsp:cNvPr id="0" name=""/>
        <dsp:cNvSpPr/>
      </dsp:nvSpPr>
      <dsp:spPr>
        <a:xfrm>
          <a:off x="0" y="2963886"/>
          <a:ext cx="2501798" cy="282268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idea is that given a patient's case study, these agents should be able to substitute for professionals and help collaborate and facilitate learning by being able to answer various questions regarding the case.</a:t>
          </a:r>
        </a:p>
      </dsp:txBody>
      <dsp:txXfrm>
        <a:off x="122128" y="3086014"/>
        <a:ext cx="2257542" cy="25784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8FC40-8040-4071-8177-21E5ABF91624}">
      <dsp:nvSpPr>
        <dsp:cNvPr id="0" name=""/>
        <dsp:cNvSpPr/>
      </dsp:nvSpPr>
      <dsp:spPr>
        <a:xfrm>
          <a:off x="775151" y="0"/>
          <a:ext cx="8785047" cy="4066431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BF68D-9660-4106-80CE-D5349AB8A85D}">
      <dsp:nvSpPr>
        <dsp:cNvPr id="0" name=""/>
        <dsp:cNvSpPr/>
      </dsp:nvSpPr>
      <dsp:spPr>
        <a:xfrm>
          <a:off x="5172" y="1219929"/>
          <a:ext cx="2487952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Convert all the data from PDFs to </a:t>
          </a:r>
          <a:r>
            <a:rPr lang="en-US" sz="1300" kern="1200" err="1"/>
            <a:t>Stuctured</a:t>
          </a:r>
          <a:r>
            <a:rPr lang="en-US" sz="1300" kern="1200"/>
            <a:t> JSONs</a:t>
          </a:r>
        </a:p>
      </dsp:txBody>
      <dsp:txXfrm>
        <a:off x="84575" y="1299332"/>
        <a:ext cx="2329146" cy="1467766"/>
      </dsp:txXfrm>
    </dsp:sp>
    <dsp:sp modelId="{DE7DC34C-F54F-4A6A-BFF8-503F95EB7242}">
      <dsp:nvSpPr>
        <dsp:cNvPr id="0" name=""/>
        <dsp:cNvSpPr/>
      </dsp:nvSpPr>
      <dsp:spPr>
        <a:xfrm>
          <a:off x="2617523" y="1219929"/>
          <a:ext cx="2487952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Pass the Data to </a:t>
          </a:r>
          <a:r>
            <a:rPr lang="en-US" sz="1300" kern="1200">
              <a:latin typeface="Neue Haas Grotesk Text Pro"/>
            </a:rPr>
            <a:t>LLM &amp; Multi-Agent</a:t>
          </a:r>
          <a:r>
            <a:rPr lang="en-US" sz="1300" kern="1200"/>
            <a:t> System to generate Agent specific Treatment Plan </a:t>
          </a:r>
          <a:r>
            <a:rPr lang="en-US" sz="1300" kern="1200">
              <a:latin typeface="Neue Haas Grotesk Text Pro"/>
            </a:rPr>
            <a:t>representative</a:t>
          </a:r>
          <a:r>
            <a:rPr lang="en-US" sz="1300" kern="1200"/>
            <a:t> of Profession Specific Treatment Plan</a:t>
          </a:r>
          <a:r>
            <a:rPr lang="en-US" sz="1300" kern="1200">
              <a:latin typeface="Neue Haas Grotesk Text Pro"/>
            </a:rPr>
            <a:t> </a:t>
          </a:r>
          <a:endParaRPr lang="en-US" sz="1300" kern="1200">
            <a:solidFill>
              <a:srgbClr val="000000"/>
            </a:solidFill>
            <a:latin typeface="Neue Haas Grotesk Text Pro"/>
            <a:ea typeface="Calibri"/>
            <a:cs typeface="Calibri"/>
          </a:endParaRPr>
        </a:p>
      </dsp:txBody>
      <dsp:txXfrm>
        <a:off x="2696926" y="1299332"/>
        <a:ext cx="2329146" cy="1467766"/>
      </dsp:txXfrm>
    </dsp:sp>
    <dsp:sp modelId="{2087FDB1-122D-4650-B35A-837889512E01}">
      <dsp:nvSpPr>
        <dsp:cNvPr id="0" name=""/>
        <dsp:cNvSpPr/>
      </dsp:nvSpPr>
      <dsp:spPr>
        <a:xfrm>
          <a:off x="5229873" y="1219929"/>
          <a:ext cx="2487952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Neue Haas Grotesk Text Pro"/>
              <a:ea typeface="Calibri"/>
              <a:cs typeface="Calibri"/>
            </a:rPr>
            <a:t>Evaluate performance using metrics (BLEU, ROUGE score, etc.)</a:t>
          </a:r>
        </a:p>
      </dsp:txBody>
      <dsp:txXfrm>
        <a:off x="5309276" y="1299332"/>
        <a:ext cx="2329146" cy="1467766"/>
      </dsp:txXfrm>
    </dsp:sp>
    <dsp:sp modelId="{BCD9264C-6315-48FE-851E-E4844930629C}">
      <dsp:nvSpPr>
        <dsp:cNvPr id="0" name=""/>
        <dsp:cNvSpPr/>
      </dsp:nvSpPr>
      <dsp:spPr>
        <a:xfrm>
          <a:off x="7842224" y="1219929"/>
          <a:ext cx="2487952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alibri"/>
              <a:ea typeface="Calibri"/>
              <a:cs typeface="Calibri"/>
            </a:rPr>
            <a:t>Compare results generated from single LLM vs. Multi-age</a:t>
          </a:r>
        </a:p>
      </dsp:txBody>
      <dsp:txXfrm>
        <a:off x="7921627" y="1299332"/>
        <a:ext cx="2329146" cy="14677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8FC40-8040-4071-8177-21E5ABF91624}">
      <dsp:nvSpPr>
        <dsp:cNvPr id="0" name=""/>
        <dsp:cNvSpPr/>
      </dsp:nvSpPr>
      <dsp:spPr>
        <a:xfrm>
          <a:off x="775151" y="0"/>
          <a:ext cx="8785047" cy="4066431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BF68D-9660-4106-80CE-D5349AB8A85D}">
      <dsp:nvSpPr>
        <dsp:cNvPr id="0" name=""/>
        <dsp:cNvSpPr/>
      </dsp:nvSpPr>
      <dsp:spPr>
        <a:xfrm>
          <a:off x="350231" y="1219929"/>
          <a:ext cx="3100605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Neue Haas Grotesk Text Pro"/>
            </a:rPr>
            <a:t>Extract text from structured PDF using UNSTRUCTURED</a:t>
          </a:r>
          <a:endParaRPr lang="en-US" sz="2300" kern="1200"/>
        </a:p>
      </dsp:txBody>
      <dsp:txXfrm>
        <a:off x="429634" y="1299332"/>
        <a:ext cx="2941799" cy="1467766"/>
      </dsp:txXfrm>
    </dsp:sp>
    <dsp:sp modelId="{DE7DC34C-F54F-4A6A-BFF8-503F95EB7242}">
      <dsp:nvSpPr>
        <dsp:cNvPr id="0" name=""/>
        <dsp:cNvSpPr/>
      </dsp:nvSpPr>
      <dsp:spPr>
        <a:xfrm>
          <a:off x="3617372" y="1219929"/>
          <a:ext cx="3100605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bg1"/>
              </a:solidFill>
              <a:latin typeface="Neue Haas Grotesk Text Pro"/>
            </a:rPr>
            <a:t>System</a:t>
          </a:r>
          <a:r>
            <a:rPr lang="en-US" sz="2300" kern="1200">
              <a:solidFill>
                <a:schemeClr val="bg1"/>
              </a:solidFill>
              <a:latin typeface="Neue Haas Grotesk Text Pro"/>
              <a:ea typeface="Calibri"/>
              <a:cs typeface="Calibri"/>
            </a:rPr>
            <a:t> Prompt instructs LLM to extract relevant fields</a:t>
          </a:r>
        </a:p>
      </dsp:txBody>
      <dsp:txXfrm>
        <a:off x="3696775" y="1299332"/>
        <a:ext cx="2941799" cy="1467766"/>
      </dsp:txXfrm>
    </dsp:sp>
    <dsp:sp modelId="{2087FDB1-122D-4650-B35A-837889512E01}">
      <dsp:nvSpPr>
        <dsp:cNvPr id="0" name=""/>
        <dsp:cNvSpPr/>
      </dsp:nvSpPr>
      <dsp:spPr>
        <a:xfrm>
          <a:off x="6884513" y="1219929"/>
          <a:ext cx="3100605" cy="162657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Neue Haas Grotesk Text Pro"/>
              <a:ea typeface="Calibri"/>
              <a:cs typeface="Calibri"/>
            </a:rPr>
            <a:t>LLM is invoked to parse response and save to JSON</a:t>
          </a:r>
        </a:p>
      </dsp:txBody>
      <dsp:txXfrm>
        <a:off x="6963916" y="1299332"/>
        <a:ext cx="2941799" cy="14677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9B41B-6837-44B8-AFFE-4ACCE40D04D7}">
      <dsp:nvSpPr>
        <dsp:cNvPr id="0" name=""/>
        <dsp:cNvSpPr/>
      </dsp:nvSpPr>
      <dsp:spPr>
        <a:xfrm>
          <a:off x="0" y="4725041"/>
          <a:ext cx="6561437" cy="103372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err="1">
              <a:latin typeface="Neue Haas Grotesk Text Pro"/>
            </a:rPr>
            <a:t>MediSyn</a:t>
          </a:r>
          <a:r>
            <a:rPr lang="en-US" sz="1900" kern="1200">
              <a:latin typeface="Neue Haas Grotesk Text Pro"/>
            </a:rPr>
            <a:t>: Proposed Multi-agentic approach</a:t>
          </a:r>
        </a:p>
      </dsp:txBody>
      <dsp:txXfrm>
        <a:off x="0" y="4725041"/>
        <a:ext cx="6561437" cy="1033723"/>
      </dsp:txXfrm>
    </dsp:sp>
    <dsp:sp modelId="{A32E0179-60A6-4887-8E3B-D63D74DC9C8F}">
      <dsp:nvSpPr>
        <dsp:cNvPr id="0" name=""/>
        <dsp:cNvSpPr/>
      </dsp:nvSpPr>
      <dsp:spPr>
        <a:xfrm rot="10800000">
          <a:off x="0" y="3150680"/>
          <a:ext cx="6561437" cy="1589866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Prompt-tuned Approach: Carefully crafted prompt to generate role specific treatment plan</a:t>
          </a:r>
        </a:p>
      </dsp:txBody>
      <dsp:txXfrm rot="10800000">
        <a:off x="0" y="3150680"/>
        <a:ext cx="6561437" cy="1033047"/>
      </dsp:txXfrm>
    </dsp:sp>
    <dsp:sp modelId="{9B1BB7AE-D21A-4057-AAE4-1369D2892674}">
      <dsp:nvSpPr>
        <dsp:cNvPr id="0" name=""/>
        <dsp:cNvSpPr/>
      </dsp:nvSpPr>
      <dsp:spPr>
        <a:xfrm rot="10800000">
          <a:off x="0" y="1576319"/>
          <a:ext cx="6561437" cy="1589866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Baseline approach: Uses Single LLM with a simple prompt</a:t>
          </a:r>
        </a:p>
      </dsp:txBody>
      <dsp:txXfrm rot="10800000">
        <a:off x="0" y="1576319"/>
        <a:ext cx="6561437" cy="1033047"/>
      </dsp:txXfrm>
    </dsp:sp>
    <dsp:sp modelId="{91F920A0-2249-4B28-BB64-788E16D3D59E}">
      <dsp:nvSpPr>
        <dsp:cNvPr id="0" name=""/>
        <dsp:cNvSpPr/>
      </dsp:nvSpPr>
      <dsp:spPr>
        <a:xfrm rot="10800000">
          <a:off x="0" y="1958"/>
          <a:ext cx="6561437" cy="1589866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LLMs: </a:t>
          </a:r>
        </a:p>
      </dsp:txBody>
      <dsp:txXfrm rot="-10800000">
        <a:off x="0" y="1958"/>
        <a:ext cx="6561437" cy="558043"/>
      </dsp:txXfrm>
    </dsp:sp>
    <dsp:sp modelId="{799397A9-DF52-4C05-8DEC-D2551DA8FA80}">
      <dsp:nvSpPr>
        <dsp:cNvPr id="0" name=""/>
        <dsp:cNvSpPr/>
      </dsp:nvSpPr>
      <dsp:spPr>
        <a:xfrm>
          <a:off x="3203" y="560001"/>
          <a:ext cx="2185009" cy="47537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LLLAMA 3.2 70b</a:t>
          </a:r>
        </a:p>
      </dsp:txBody>
      <dsp:txXfrm>
        <a:off x="3203" y="560001"/>
        <a:ext cx="2185009" cy="475370"/>
      </dsp:txXfrm>
    </dsp:sp>
    <dsp:sp modelId="{E59909E4-170A-47BB-8382-A22B965B74C2}">
      <dsp:nvSpPr>
        <dsp:cNvPr id="0" name=""/>
        <dsp:cNvSpPr/>
      </dsp:nvSpPr>
      <dsp:spPr>
        <a:xfrm>
          <a:off x="2188213" y="560001"/>
          <a:ext cx="2185009" cy="47537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Claude 3.5 sonnet</a:t>
          </a:r>
        </a:p>
      </dsp:txBody>
      <dsp:txXfrm>
        <a:off x="2188213" y="560001"/>
        <a:ext cx="2185009" cy="475370"/>
      </dsp:txXfrm>
    </dsp:sp>
    <dsp:sp modelId="{8FF49A7F-693B-44F3-900F-E2DF0E752FF8}">
      <dsp:nvSpPr>
        <dsp:cNvPr id="0" name=""/>
        <dsp:cNvSpPr/>
      </dsp:nvSpPr>
      <dsp:spPr>
        <a:xfrm>
          <a:off x="4373223" y="560001"/>
          <a:ext cx="2185009" cy="47537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GPT 4o</a:t>
          </a:r>
        </a:p>
      </dsp:txBody>
      <dsp:txXfrm>
        <a:off x="4373223" y="560001"/>
        <a:ext cx="2185009" cy="4753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A74FD-DF71-4247-A868-C54D7FD033C4}">
      <dsp:nvSpPr>
        <dsp:cNvPr id="0" name=""/>
        <dsp:cNvSpPr/>
      </dsp:nvSpPr>
      <dsp:spPr>
        <a:xfrm>
          <a:off x="1288052" y="0"/>
          <a:ext cx="1379237" cy="892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8C58B-5196-4949-A65E-9A7C31817423}">
      <dsp:nvSpPr>
        <dsp:cNvPr id="0" name=""/>
        <dsp:cNvSpPr/>
      </dsp:nvSpPr>
      <dsp:spPr>
        <a:xfrm>
          <a:off x="7331" y="990806"/>
          <a:ext cx="3940679" cy="38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>
              <a:solidFill>
                <a:schemeClr val="tx1"/>
              </a:solidFill>
            </a:rPr>
            <a:t>Quantitative:</a:t>
          </a:r>
        </a:p>
      </dsp:txBody>
      <dsp:txXfrm>
        <a:off x="7331" y="990806"/>
        <a:ext cx="3940679" cy="382493"/>
      </dsp:txXfrm>
    </dsp:sp>
    <dsp:sp modelId="{AB25647F-1B59-47E1-8982-F5EE5AF5ABC5}">
      <dsp:nvSpPr>
        <dsp:cNvPr id="0" name=""/>
        <dsp:cNvSpPr/>
      </dsp:nvSpPr>
      <dsp:spPr>
        <a:xfrm>
          <a:off x="7331" y="1419031"/>
          <a:ext cx="3940679" cy="211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tx1"/>
              </a:solidFill>
            </a:rPr>
            <a:t>BLEU Score- Measures n-gram overlap between generated and reference treatment plans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tx1"/>
              </a:solidFill>
            </a:rPr>
            <a:t>ROUGE score- assesses how much of the reference plan content is captured in the generated plans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tx1"/>
              </a:solidFill>
              <a:latin typeface="Neue Haas Grotesk Text Pro"/>
            </a:rPr>
            <a:t>LLM-as-a-judge</a:t>
          </a:r>
          <a:r>
            <a:rPr lang="en-US" sz="1700" kern="1200">
              <a:solidFill>
                <a:schemeClr val="tx1"/>
              </a:solidFill>
            </a:rPr>
            <a:t> evaluation (GPT- 4o):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solidFill>
                <a:schemeClr val="tx1"/>
              </a:solidFill>
            </a:rPr>
            <a:t>Accuracy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solidFill>
                <a:schemeClr val="tx1"/>
              </a:solidFill>
            </a:rPr>
            <a:t>Plausibility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solidFill>
                <a:schemeClr val="tx1"/>
              </a:solidFill>
            </a:rPr>
            <a:t>Specificity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solidFill>
                <a:schemeClr val="tx1"/>
              </a:solidFill>
            </a:rPr>
            <a:t>Omission</a:t>
          </a:r>
        </a:p>
      </dsp:txBody>
      <dsp:txXfrm>
        <a:off x="7331" y="1419031"/>
        <a:ext cx="3940679" cy="2114589"/>
      </dsp:txXfrm>
    </dsp:sp>
    <dsp:sp modelId="{D3FF52E6-4358-490A-8DB5-8E0777F814FA}">
      <dsp:nvSpPr>
        <dsp:cNvPr id="0" name=""/>
        <dsp:cNvSpPr/>
      </dsp:nvSpPr>
      <dsp:spPr>
        <a:xfrm>
          <a:off x="5918350" y="0"/>
          <a:ext cx="1379237" cy="892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6C651-56C7-4071-85EB-47A672633C89}">
      <dsp:nvSpPr>
        <dsp:cNvPr id="0" name=""/>
        <dsp:cNvSpPr/>
      </dsp:nvSpPr>
      <dsp:spPr>
        <a:xfrm>
          <a:off x="4637629" y="990806"/>
          <a:ext cx="3940679" cy="382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>
              <a:solidFill>
                <a:schemeClr val="tx1"/>
              </a:solidFill>
            </a:rPr>
            <a:t>Qualitative: </a:t>
          </a:r>
          <a:endParaRPr lang="en-US" sz="2300" kern="1200">
            <a:solidFill>
              <a:schemeClr val="tx1"/>
            </a:solidFill>
            <a:latin typeface="Neue Haas Grotesk Text Pro"/>
          </a:endParaRPr>
        </a:p>
      </dsp:txBody>
      <dsp:txXfrm>
        <a:off x="4637629" y="990806"/>
        <a:ext cx="3940679" cy="382493"/>
      </dsp:txXfrm>
    </dsp:sp>
    <dsp:sp modelId="{7257DB63-CD90-4D05-95FD-81C454C0A169}">
      <dsp:nvSpPr>
        <dsp:cNvPr id="0" name=""/>
        <dsp:cNvSpPr/>
      </dsp:nvSpPr>
      <dsp:spPr>
        <a:xfrm>
          <a:off x="4637629" y="1419031"/>
          <a:ext cx="3940679" cy="211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tx1"/>
              </a:solidFill>
            </a:rPr>
            <a:t>Manual reading of treatment plans (structure, role attribution, collaborative language)</a:t>
          </a:r>
        </a:p>
      </dsp:txBody>
      <dsp:txXfrm>
        <a:off x="4637629" y="1419031"/>
        <a:ext cx="3940679" cy="2114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1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12948 10470 16383 0 0,'0'4'0'0'0,"0"5"0"0"0,-4 5 0 0 0,-5 3 0 0 0,-5 0 0 0 0,0 0 0 0 0,3 1 0 0 0,2 2 0 0 0,4 1 0 0 0,2 0 0 0 0,2 1 0 0 0,0 1 0 0 0,2 0 0 0 0,3-4 0 0 0,6-6 0 0 0,4-4 0 0 0,4-4 0 0 0,3-6 0 0 0,1-4 0 0 0,1-1 0 0 0,1 2 0 0 0,-1 0 0 0 0,1 1 0 0 0,-1 2 0 0 0,-1 0 0 0 0,1 1 0 0 0,0 0 0 0 0,-1 0 0 0 0,1 0 0 0 0,-1 0 0 0 0,1 1 0 0 0,-1-1 0 0 0,-3 4 0 0 0,-2 1 0 0 0,1 0 0 0 0,-3 2 0 0 0,-1 1 0 0 0,2-1 0 0 0,2-2 0 0 0,1-2 0 0 0,2-2 0 0 0,-3 4 0 0 0,-1 0 0 0 0,-3 4 0 0 0,0-1 0 0 0,1 0 0 0 0,3-3 0 0 0,-3 2 0 0 0,0 0 0 0 0,2-1 0 0 0,-2 2 0 0 0,0 0 0 0 0,1-2 0 0 0,-2 2 0 0 0,1 0 0 0 0,1-1 0 0 0,2-3 0 0 0,2-1 0 0 0,4-2 0 0 0,3 0 0 0 0,1-1 0 0 0,2 0 0 0 0,1-1 0 0 0,-1 5 0 0 0,-3 1 0 0 0,-1-1 0 0 0,-2 0 0 0 0,0-1 0 0 0,-2-1 0 0 0,1-2 0 0 0,-1 1 0 0 0,0-1 0 0 0,0 0 0 0 0,-3 3 0 0 0,-2 2 0 0 0,1 0 0 0 0,4-1 0 0 0,3-2 0 0 0,4 0 0 0 0,6-1 0 0 0,3-1 0 0 0,1 0 0 0 0,0 0 0 0 0,-3 0 0 0 0,1 0 0 0 0,-2 0 0 0 0,-4 0 0 0 0,1-1 0 0 0,-1 1 0 0 0,1 0 0 0 0,0 0 0 0 0,2 0 0 0 0,-1 0 0 0 0,1 4 0 0 0,-1 1 0 0 0,1 0 0 0 0,-4 3 0 0 0,-5 0 0 0 0,2-2 0 0 0,0-1 0 0 0,4-2 0 0 0,-1-1 0 0 0,-1-1 0 0 0,-2 3 0 0 0,3 1 0 0 0,-1-1 0 0 0,-1 0 0 0 0,-1-2 0 0 0,-2 0 0 0 0,3-1 0 0 0,0-1 0 0 0,-1 0 0 0 0,3 0 0 0 0,1 0 0 0 0,-3-1 0 0 0,-1 1 0 0 0,-1 0 0 0 0,2 0 0 0 0,4 4 0 0 0,1 1 0 0 0,-2 0 0 0 0,-2-1 0 0 0,1-2 0 0 0,4 4 0 0 0,0 0 0 0 0,-3-1 0 0 0,-2-1 0 0 0,-2-1 0 0 0,-3 2 0 0 0,0 1 0 0 0,-2-1 0 0 0,1-1 0 0 0,2-2 0 0 0,3 0 0 0 0,-1-1 0 0 0,-1-1 0 0 0,-1 0 0 0 0,-1-1 0 0 0,-1 5 0 0 0,0 1 0 0 0,0 0 0 0 0,3-2 0 0 0,1 0 0 0 0,4-1 0 0 0,-3 2 0 0 0,5 2 0 0 0,0-1 0 0 0,7-1 0 0 0,3-2 0 0 0,-1 3 0 0 0,12 1 0 0 0,7-1 0 0 0,1-1 0 0 0,-1-1 0 0 0,-5-2 0 0 0,-7 0 0 0 0,-9-1 0 0 0,-6 0 0 0 0,-6 0 0 0 0,-4 0 0 0 0,-2-1 0 0 0,-1 1 0 0 0,0 0 0 0 0,0 0 0 0 0,0 0 0 0 0,5 0 0 0 0,9 0 0 0 0,6 0 0 0 0,4 0 0 0 0,-2 0 0 0 0,-4 0 0 0 0,-2 0 0 0 0,-3 0 0 0 0,-3 0 0 0 0,1 0 0 0 0,-2 0 0 0 0,2 0 0 0 0,0 0 0 0 0,-3 0 0 0 0,-1 0 0 0 0,-3 0 0 0 0,-1 0 0 0 0,3 0 0 0 0,5 0 0 0 0,4 0 0 0 0,0 0 0 0 0,1 0 0 0 0,3 0 0 0 0,-3 0 0 0 0,1 0 0 0 0,2 0 0 0 0,1 0 0 0 0,5 0 0 0 0,7 0 0 0 0,5 0 0 0 0,5 0 0 0 0,-5 0 0 0 0,-1 0 0 0 0,2 0 0 0 0,-6 0 0 0 0,-4 0 0 0 0,-2 0 0 0 0,-3 0 0 0 0,-3 0 0 0 0,-7 0 0 0 0,-3 0 0 0 0,-5 0 0 0 0,-2 0 0 0 0,-2 0 0 0 0,0 0 0 0 0,0 0 0 0 0,-1 0 0 0 0,1 0 0 0 0,0 0 0 0 0,0-4 0 0 0,0-1 0 0 0,1 0 0 0 0,-4-2 0 0 0,-2-1 0 0 0,-3-3 0 0 0,-1-2 0 0 0,2-1 0 0 0,2 4 0 0 0,6 2 0 0 0,-1 0 0 0 0,-1-3 0 0 0,4 0 0 0 0,6-6 0 0 0,4-3 0 0 0,1 1 0 0 0,-2 4 0 0 0,-7 1 0 0 0,-8-1 0 0 0,-3 2 0 0 0,-1 3 0 0 0,-3 0 0 0 0,1-3 0 0 0,1 1 0 0 0,-1-1 0 0 0,-3-2 0 0 0,-3-3 0 0 0,-3-2 0 0 0,-2-1 0 0 0,-2-1 0 0 0,4-1 0 0 0,1 0 0 0 0,-1-3 0 0 0,3-2 0 0 0,0 0 0 0 0,4 5 0 0 0,-2 3 0 0 0,-1 0 0 0 0,2 5 0 0 0,-2 0 0 0 0,-1-1 0 0 0,-2-2 0 0 0,-6 3 0 0 0,-7 3 0 0 0,-5 1 0 0 0,-5-3 0 0 0,1-2 0 0 0,0-2 0 0 0,-2-2 0 0 0,-1 2 0 0 0,-1 1 0 0 0,0 3 0 0 0,2-4 0 0 0,2 1 0 0 0,-1 4 0 0 0,-1-4 0 0 0,-1 1 0 0 0,-1 4 0 0 0,-1-1 0 0 0,0 2 0 0 0,0 3 0 0 0,3 0 0 0 0,1-4 0 0 0,0 1 0 0 0,-1 2 0 0 0,0 3 0 0 0,-2 2 0 0 0,-1 1 0 0 0,0 3 0 0 0,-1 0 0 0 0,1 0 0 0 0,-1 0 0 0 0,0 1 0 0 0,1-1 0 0 0,-1 1 0 0 0,0-1 0 0 0,1 0 0 0 0,-1 0 0 0 0,1 0 0 0 0,-1 0 0 0 0,1 0 0 0 0,-1 0 0 0 0,1 0 0 0 0,-1 0 0 0 0,1 4 0 0 0,-1 1 0 0 0,-3 0 0 0 0,-2-1 0 0 0,1-2 0 0 0,0 0 0 0 0,-2-1 0 0 0,0 3 0 0 0,1 1 0 0 0,1 0 0 0 0,2-1 0 0 0,0-2 0 0 0,2 4 0 0 0,-3 0 0 0 0,-2-1 0 0 0,1-1 0 0 0,1 2 0 0 0,1 1 0 0 0,1-2 0 0 0,1-1 0 0 0,-4-1 0 0 0,-8-2 0 0 0,-3 0 0 0 0,-5-1 0 0 0,-4 4 0 0 0,2 1 0 0 0,2 3 0 0 0,4 1 0 0 0,1-2 0 0 0,-1-1 0 0 0,3-3 0 0 0,-1 0 0 0 0,3-3 0 0 0,-1 1 0 0 0,-2-2 0 0 0,1 1 0 0 0,-1 0 0 0 0,3-1 0 0 0,-1 1 0 0 0,-7 0 0 0 0,1 0 0 0 0,4 0 0 0 0,3 0 0 0 0,4 0 0 0 0,-4-4 0 0 0,0-1 0 0 0,2 0 0 0 0,-2 1 0 0 0,-2-2 0 0 0,1-1 0 0 0,2 1 0 0 0,0 2 0 0 0,1-3 0 0 0,-1 0 0 0 0,1 2 0 0 0,-2 1 0 0 0,1 1 0 0 0,-1 2 0 0 0,0 0 0 0 0,0 1 0 0 0,1 0 0 0 0,2 1 0 0 0,-1-1 0 0 0,-2 0 0 0 0,-1 0 0 0 0,4 0 0 0 0,2 0 0 0 0,-2 0 0 0 0,2 0 0 0 0,0 0 0 0 0,3 0 0 0 0,1 0 0 0 0,1 0 0 0 0,1 0 0 0 0,1 0 0 0 0,0 0 0 0 0,-1 0 0 0 0,-3 0 0 0 0,-1 0 0 0 0,0 0 0 0 0,1 0 0 0 0,0 0 0 0 0,2 0 0 0 0,1 0 0 0 0,0 0 0 0 0,0 0 0 0 0,1 4 0 0 0,-1 1 0 0 0,-3 0 0 0 0,-1-1 0 0 0,-4 3 0 0 0,-4 0 0 0 0,-1-2 0 0 0,7 3 0 0 0,0 0 0 0 0,2-1 0 0 0,1-3 0 0 0,1-1 0 0 0,1-1 0 0 0,1-2 0 0 0,0 1 0 0 0,1-2 0 0 0,0 1 0 0 0,0 0 0 0 0,-1-1 0 0 0,-3 1 0 0 0,-5 0 0 0 0,-5 4 0 0 0,-5 1 0 0 0,-2 0 0 0 0,-5 2 0 0 0,-7 1 0 0 0,-1-1 0 0 0,2-2 0 0 0,-7-2 0 0 0,5-1 0 0 0,-1-2 0 0 0,3 1 0 0 0,2-2 0 0 0,2 1 0 0 0,7 0 0 0 0,2-1 0 0 0,0 1 0 0 0,0 0 0 0 0,3 0 0 0 0,5 0 0 0 0,3 0 0 0 0,3 0 0 0 0,3 0 0 0 0,1 0 0 0 0,1 0 0 0 0,0 0 0 0 0,0 0 0 0 0,0 0 0 0 0,0 0 0 0 0,-4 0 0 0 0,-1 0 0 0 0,0 0 0 0 0,0 0 0 0 0,2 0 0 0 0,1 0 0 0 0,0 0 0 0 0,1 0 0 0 0,1 0 0 0 0,-1 0 0 0 0,1 0 0 0 0,0 0 0 0 0,-1 0 0 0 0,1 0 0 0 0,-1 0 0 0 0,1 0 0 0 0,-4 4 0 0 0,-2 1 0 0 0,-3 4 0 0 0,-1 0 0 0 0,2-2 0 0 0,-2-1 0 0 0,1-2 0 0 0,-2-2 0 0 0,0-1 0 0 0,3-1 0 0 0,2 0 0 0 0,2-1 0 0 0,2 1 0 0 0,1 0 0 0 0,0-1 0 0 0,-3 1 0 0 0,-1 0 0 0 0,0 0 0 0 0,1 0 0 0 0,1 0 0 0 0,1 0 0 0 0,0 0 0 0 0,2 0 0 0 0,-1 0 0 0 0,1 0 0 0 0,-1 0 0 0 0,1 0 0 0 0,0 0 0 0 0,3 4 0 0 0,6 5 0 0 0,4 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1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19695 11107 16383 0 0,'-4'0'0'0'0,"-5"0"0"0"0,-5 0 0 0 0,-3 0 0 0 0,-4 0 0 0 0,-1 0 0 0 0,-5 0 0 0 0,-1 0 0 0 0,-1 0 0 0 0,2 0 0 0 0,1 0 0 0 0,1 0 0 0 0,2 0 0 0 0,0 4 0 0 0,4 5 0 0 0,6 5 0 0 0,4 3 0 0 0,5 4 0 0 0,2 1 0 0 0,2 1 0 0 0,0 1 0 0 0,1-1 0 0 0,4-3 0 0 0,1-2 0 0 0,3-4 0 0 0,5-4 0 0 0,-2 0 0 0 0,-1 2 0 0 0,1 3 0 0 0,1-2 0 0 0,0 2 0 0 0,1-2 0 0 0,-3 0 0 0 0,-2 2 0 0 0,1-1 0 0 0,3-4 0 0 0,2-2 0 0 0,3-4 0 0 0,2-2 0 0 0,2-2 0 0 0,-3-4 0 0 0,-1-5 0 0 0,0-5 0 0 0,1-1 0 0 0,1 3 0 0 0,1 3 0 0 0,1 4 0 0 0,0 2 0 0 0,1 1 0 0 0,0 2 0 0 0,-4 4 0 0 0,-2 2 0 0 0,1 3 0 0 0,1 5 0 0 0,0 3 0 0 0,2-2 0 0 0,1-2 0 0 0,0 0 0 0 0,1-3 0 0 0,-5 2 0 0 0,0-2 0 0 0,0-3 0 0 0,-3 2 0 0 0,0-1 0 0 0,1-1 0 0 0,1-3 0 0 0,3 2 0 0 0,0 1 0 0 0,-2 2 0 0 0,0 0 0 0 0,0 2 0 0 0,0-1 0 0 0,3-1 0 0 0,0-4 0 0 0,0 3 0 0 0,2-1 0 0 0,3 2 0 0 0,2 0 0 0 0,0-2 0 0 0,-2-2 0 0 0,0-1 0 0 0,-2-3 0 0 0,0 0 0 0 0,-2 3 0 0 0,1 1 0 0 0,-1-1 0 0 0,-3 3 0 0 0,-2 1 0 0 0,0-2 0 0 0,2-1 0 0 0,1-2 0 0 0,0-1 0 0 0,2-1 0 0 0,0-1 0 0 0,-3 3 0 0 0,-2 2 0 0 0,1 0 0 0 0,1-2 0 0 0,1 0 0 0 0,1-2 0 0 0,1 0 0 0 0,0 0 0 0 0,0-1 0 0 0,1-1 0 0 0,4 1 0 0 0,0 0 0 0 0,1 0 0 0 0,-2 0 0 0 0,0 4 0 0 0,-2 1 0 0 0,0-1 0 0 0,-2 0 0 0 0,1-1 0 0 0,-1-1 0 0 0,1-1 0 0 0,3-1 0 0 0,1 0 0 0 0,0 0 0 0 0,4 0 0 0 0,3 0 0 0 0,0-1 0 0 0,-2 1 0 0 0,2 0 0 0 0,1 0 0 0 0,0 0 0 0 0,-2 0 0 0 0,-4 0 0 0 0,-2 0 0 0 0,1 0 0 0 0,5 0 0 0 0,-1 0 0 0 0,-1 0 0 0 0,1 0 0 0 0,0 0 0 0 0,-2 0 0 0 0,-3 0 0 0 0,-2 0 0 0 0,-1 0 0 0 0,-1 0 0 0 0,4 0 0 0 0,0 0 0 0 0,4 0 0 0 0,0 0 0 0 0,-1 0 0 0 0,-2 0 0 0 0,-2-4 0 0 0,-2-1 0 0 0,0 0 0 0 0,-2 2 0 0 0,5 0 0 0 0,4 1 0 0 0,1 1 0 0 0,-1 1 0 0 0,-2 0 0 0 0,-2 0 0 0 0,-2 0 0 0 0,-2 0 0 0 0,0 0 0 0 0,0 1 0 0 0,-1-1 0 0 0,0 0 0 0 0,0 0 0 0 0,0 0 0 0 0,1 0 0 0 0,-1 0 0 0 0,4 0 0 0 0,6 0 0 0 0,0 0 0 0 0,0 0 0 0 0,-3 0 0 0 0,-2 0 0 0 0,-2 0 0 0 0,3 0 0 0 0,3 0 0 0 0,2 0 0 0 0,-2-4 0 0 0,-3-1 0 0 0,-1 0 0 0 0,2 1 0 0 0,-1 1 0 0 0,0 1 0 0 0,-2 2 0 0 0,-1-1 0 0 0,3 1 0 0 0,0 0 0 0 0,0 1 0 0 0,2-1 0 0 0,-4-4 0 0 0,-2-1 0 0 0,-2 0 0 0 0,-1 2 0 0 0,1 0 0 0 0,-1 1 0 0 0,1 1 0 0 0,0 1 0 0 0,0 0 0 0 0,1 0 0 0 0,-1 0 0 0 0,1 0 0 0 0,-1 0 0 0 0,-3-3 0 0 0,-2-2 0 0 0,1 0 0 0 0,1 1 0 0 0,-3-3 0 0 0,-1 1 0 0 0,2 0 0 0 0,1 2 0 0 0,-2-3 0 0 0,0 0 0 0 0,1 2 0 0 0,1 1 0 0 0,2 1 0 0 0,1 2 0 0 0,-3-4 0 0 0,0 0 0 0 0,0 0 0 0 0,-3-2 0 0 0,0-1 0 0 0,1 2 0 0 0,2 1 0 0 0,5 2 0 0 0,3-2 0 0 0,0-1 0 0 0,1 1 0 0 0,-2-3 0 0 0,0 1 0 0 0,-1-3 0 0 0,-1 0 0 0 0,0 2 0 0 0,-5-1 0 0 0,-4-4 0 0 0,-10-2 0 0 0,-4-4 0 0 0,-3-1 0 0 0,-5 2 0 0 0,-4 4 0 0 0,-4 5 0 0 0,0-1 0 0 0,-1 3 0 0 0,3-3 0 0 0,0 2 0 0 0,2-3 0 0 0,3-3 0 0 0,-1 1 0 0 0,-2-1 0 0 0,-3 2 0 0 0,1-1 0 0 0,3-2 0 0 0,3-3 0 0 0,-1 3 0 0 0,-2 3 0 0 0,0 0 0 0 0,-1 2 0 0 0,-3 2 0 0 0,-3 0 0 0 0,-2 0 0 0 0,-1 2 0 0 0,2-2 0 0 0,2 1 0 0 0,-1 1 0 0 0,-1 1 0 0 0,-2 3 0 0 0,0 0 0 0 0,-1 2 0 0 0,0 0 0 0 0,0 0 0 0 0,-1 0 0 0 0,0 1 0 0 0,-3-1 0 0 0,-2 0 0 0 0,0 0 0 0 0,2 0 0 0 0,1 0 0 0 0,0 0 0 0 0,2 0 0 0 0,0 0 0 0 0,1 0 0 0 0,-1 0 0 0 0,1 0 0 0 0,0 0 0 0 0,-1 0 0 0 0,1 0 0 0 0,-1 0 0 0 0,1 0 0 0 0,-1 0 0 0 0,1 0 0 0 0,-1 0 0 0 0,-3 0 0 0 0,-2 0 0 0 0,-3 0 0 0 0,0 0 0 0 0,0 0 0 0 0,3 0 0 0 0,2 0 0 0 0,1 0 0 0 0,2 0 0 0 0,0 0 0 0 0,1 0 0 0 0,0 0 0 0 0,0 0 0 0 0,0 0 0 0 0,-1 0 0 0 0,1 0 0 0 0,0 0 0 0 0,-1 0 0 0 0,1 0 0 0 0,-1 0 0 0 0,0 0 0 0 0,1 0 0 0 0,-1 0 0 0 0,1 0 0 0 0,-1 0 0 0 0,1 0 0 0 0,-1 0 0 0 0,-3 0 0 0 0,-2 0 0 0 0,1 0 0 0 0,1 0 0 0 0,0 0 0 0 0,2 0 0 0 0,1 0 0 0 0,0 0 0 0 0,0 0 0 0 0,1 0 0 0 0,0 0 0 0 0,-5 0 0 0 0,0 0 0 0 0,0 0 0 0 0,0 0 0 0 0,2 0 0 0 0,1 0 0 0 0,0 0 0 0 0,2 0 0 0 0,-1 0 0 0 0,-3 0 0 0 0,-2 0 0 0 0,1 0 0 0 0,1 0 0 0 0,1 0 0 0 0,1 0 0 0 0,0 0 0 0 0,1 0 0 0 0,1 0 0 0 0,-1 0 0 0 0,1 0 0 0 0,0 0 0 0 0,-1 0 0 0 0,1 0 0 0 0,0 0 0 0 0,-1 0 0 0 0,1 0 0 0 0,-1 0 0 0 0,1 0 0 0 0,-1 0 0 0 0,-3 0 0 0 0,-6 0 0 0 0,0 0 0 0 0,1 0 0 0 0,1 0 0 0 0,3 0 0 0 0,2 0 0 0 0,1 0 0 0 0,1 0 0 0 0,1 0 0 0 0,4 4 0 0 0,1 1 0 0 0,-1 0 0 0 0,0-1 0 0 0,-1-1 0 0 0,-2-2 0 0 0,-1 0 0 0 0,0 0 0 0 0,0-1 0 0 0,-1 0 0 0 0,0-1 0 0 0,4 5 0 0 0,2 1 0 0 0,-1 0 0 0 0,-1-2 0 0 0,0 0 0 0 0,-2-1 0 0 0,-1-1 0 0 0,0-1 0 0 0,-1 0 0 0 0,1 4 0 0 0,-1 1 0 0 0,0-1 0 0 0,1 0 0 0 0,-1-1 0 0 0,0-1 0 0 0,1-2 0 0 0,-1 1 0 0 0,1-1 0 0 0,-1 0 0 0 0,1-1 0 0 0,-1 1 0 0 0,-3 0 0 0 0,-2 0 0 0 0,1 0 0 0 0,1 0 0 0 0,0 0 0 0 0,2 0 0 0 0,1 0 0 0 0,0 0 0 0 0,0 0 0 0 0,1 0 0 0 0,-1 0 0 0 0,1 0 0 0 0,0 0 0 0 0,-1 0 0 0 0,1 0 0 0 0,0 0 0 0 0,-1 0 0 0 0,1 0 0 0 0,-1 0 0 0 0,0 0 0 0 0,1 0 0 0 0,-1 0 0 0 0,1 0 0 0 0,-1 0 0 0 0,1 0 0 0 0,-1 0 0 0 0,1 0 0 0 0,-1 0 0 0 0,5-4 0 0 0,0-1 0 0 0,1 0 0 0 0,-2-3 0 0 0,-1 0 0 0 0,-1 2 0 0 0,0 1 0 0 0,-1 2 0 0 0,-1 1 0 0 0,4-2 0 0 0,2-2 0 0 0,-1 2 0 0 0,-1 0 0 0 0,-1 2 0 0 0,-1 0 0 0 0,3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2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4434 6830 16383 0 0,'3'0'0'0'0,"3"2"0"0"0,4 4 0 0 0,2 4 0 0 0,3 0 0 0 0,-2 1 0 0 0,-1-2 0 0 0,1 1 0 0 0,1-2 0 0 0,1-1 0 0 0,0 0 0 0 0,3-2 0 0 0,1 0 0 0 0,0-2 0 0 0,-3 1 0 0 0,-2 3 0 0 0,0 1 0 0 0,-3 0 0 0 0,0 0 0 0 0,0-1 0 0 0,1-3 0 0 0,2-1 0 0 0,0-2 0 0 0,-1 2 0 0 0,-1 1 0 0 0,0-1 0 0 0,-1 2 0 0 0,-3 3 0 0 0,-3 2 0 0 0,0 0 0 0 0,3-1 0 0 0,2-4 0 0 0,2-1 0 0 0,2-2 0 0 0,1-1 0 0 0,1-1 0 0 0,0 0 0 0 0,0-1 0 0 0,0 1 0 0 0,0-1 0 0 0,0 1 0 0 0,0 0 0 0 0,0 0 0 0 0,0 0 0 0 0,0 0 0 0 0,0 0 0 0 0,-1 0 0 0 0,1 0 0 0 0,0 0 0 0 0,2 0 0 0 0,2 0 0 0 0,-1 0 0 0 0,0 0 0 0 0,-2 0 0 0 0,0 0 0 0 0,0 0 0 0 0,-1 0 0 0 0,2 0 0 0 0,2 3 0 0 0,-1 0 0 0 0,-1 1 0 0 0,0-2 0 0 0,-1 3 0 0 0,-1 0 0 0 0,0-1 0 0 0,0-1 0 0 0,-3 1 0 0 0,2 1 0 0 0,0-1 0 0 0,-1 2 0 0 0,-1-1 0 0 0,0 2 0 0 0,1 0 0 0 0,0-2 0 0 0,1-1 0 0 0,0 1 0 0 0,1 0 0 0 0,-1 2 0 0 0,1-1 0 0 0,0-1 0 0 0,0-1 0 0 0,0-2 0 0 0,0 2 0 0 0,0 0 0 0 0,-1-1 0 0 0,1 0 0 0 0,0-1 0 0 0,0-1 0 0 0,0-1 0 0 0,-1 0 0 0 0,1 0 0 0 0,3 0 0 0 0,0 0 0 0 0,0-1 0 0 0,0 1 0 0 0,-1 0 0 0 0,-1 0 0 0 0,-1 0 0 0 0,0 0 0 0 0,0 0 0 0 0,0 0 0 0 0,-1 0 0 0 0,1 0 0 0 0,0 0 0 0 0,-1 0 0 0 0,1 0 0 0 0,0 0 0 0 0,0 0 0 0 0,-1 0 0 0 0,1 0 0 0 0,0 0 0 0 0,0 0 0 0 0,0 0 0 0 0,-1 0 0 0 0,1 0 0 0 0,0 0 0 0 0,2 0 0 0 0,2 0 0 0 0,-1 0 0 0 0,0 0 0 0 0,-2-2 0 0 0,0-2 0 0 0,0 1 0 0 0,-1 0 0 0 0,0 1 0 0 0,-3-2 0 0 0,-1 0 0 0 0,0 0 0 0 0,1 1 0 0 0,1 2 0 0 0,0-1 0 0 0,1 2 0 0 0,1 0 0 0 0,0-3 0 0 0,-1 0 0 0 0,1 0 0 0 0,0-3 0 0 0,0 1 0 0 0,0 0 0 0 0,0 2 0 0 0,0 1 0 0 0,0 1 0 0 0,-1 0 0 0 0,-1-2 0 0 0,-2 0 0 0 0,0-3 0 0 0,-2-3 0 0 0,1 0 0 0 0,0 2 0 0 0,1 2 0 0 0,-1-1 0 0 0,-2-2 0 0 0,-1 0 0 0 0,1 2 0 0 0,0-1 0 0 0,-2-2 0 0 0,0 0 0 0 0,2 0 0 0 0,2 0 0 0 0,-1 0 0 0 0,-2-1 0 0 0,-3-2 0 0 0,-1-2 0 0 0,-2-1 0 0 0,-2-3 0 0 0,0-1 0 0 0,0-1 0 0 0,-1 2 0 0 0,1-3 0 0 0,-1-3 0 0 0,1 1 0 0 0,0 0 0 0 0,0 0 0 0 0,-3 3 0 0 0,0 3 0 0 0,-3 1 0 0 0,-1 1 0 0 0,-1 3 0 0 0,-2 3 0 0 0,-2 1 0 0 0,1-1 0 0 0,-1 1 0 0 0,0 2 0 0 0,-1 2 0 0 0,-4-2 0 0 0,-5-1 0 0 0,0-3 0 0 0,0 0 0 0 0,-1 3 0 0 0,-3-2 0 0 0,1 2 0 0 0,0 2 0 0 0,-5 2 0 0 0,-5 1 0 0 0,1 1 0 0 0,1-2 0 0 0,-3-3 0 0 0,-2-1 0 0 0,-1 1 0 0 0,-1 2 0 0 0,-3 1 0 0 0,-1 1 0 0 0,-2 2 0 0 0,0-1 0 0 0,1 1 0 0 0,1 1 0 0 0,2-1 0 0 0,1 0 0 0 0,4 0 0 0 0,0 3 0 0 0,2 1 0 0 0,-2-1 0 0 0,0 0 0 0 0,1-1 0 0 0,-1 2 0 0 0,-3 0 0 0 0,1 2 0 0 0,0 1 0 0 0,0 1 0 0 0,-1 2 0 0 0,-3-1 0 0 0,-2-1 0 0 0,2 0 0 0 0,2-2 0 0 0,3 2 0 0 0,3 2 0 0 0,4-1 0 0 0,0 0 0 0 0,-1 0 0 0 0,3-3 0 0 0,4-1 0 0 0,2-3 0 0 0,1-1 0 0 0,1 0 0 0 0,2-1 0 0 0,1-1 0 0 0,1 3 0 0 0,0 4 0 0 0,2 1 0 0 0,-1-1 0 0 0,0-1 0 0 0,1 0 0 0 0,-1 3 0 0 0,1 0 0 0 0,2 1 0 0 0,-2 0 0 0 0,-4-3 0 0 0,-1-2 0 0 0,0-1 0 0 0,1-2 0 0 0,1 0 0 0 0,0-2 0 0 0,1 1 0 0 0,1 0 0 0 0,0-1 0 0 0,1 1 0 0 0,-1 0 0 0 0,0 0 0 0 0,1 0 0 0 0,2 2 0 0 0,1 2 0 0 0,-1-1 0 0 0,0 0 0 0 0,2 2 0 0 0,0 0 0 0 0,2 1 0 0 0,3 4 0 0 0,1 1 0 0 0,3 3 0 0 0,1-2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2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6636 8186 16383 0 0,'0'3'0'0'0,"2"0"0"0"0,2 4 0 0 0,2-1 0 0 0,3-1 0 0 0,3-1 0 0 0,-1 1 0 0 0,0 1 0 0 0,2-2 0 0 0,-3 1 0 0 0,1 1 0 0 0,1-2 0 0 0,-2 2 0 0 0,0-1 0 0 0,2 0 0 0 0,0-2 0 0 0,-1 2 0 0 0,1-1 0 0 0,0 0 0 0 0,1-1 0 0 0,1-2 0 0 0,0 0 0 0 0,-1 3 0 0 0,-1-1 0 0 0,1 0 0 0 0,0 0 0 0 0,1-1 0 0 0,1-1 0 0 0,-3 2 0 0 0,0 1 0 0 0,1-1 0 0 0,3 0 0 0 0,1-1 0 0 0,4-1 0 0 0,1-1 0 0 0,-1 0 0 0 0,-2 0 0 0 0,0 0 0 0 0,-2 0 0 0 0,0 3 0 0 0,-1 0 0 0 0,0 0 0 0 0,-1 0 0 0 0,1-1 0 0 0,0-1 0 0 0,-1 0 0 0 0,1-1 0 0 0,0 0 0 0 0,2 0 0 0 0,1 0 0 0 0,1 0 0 0 0,-2 0 0 0 0,0-1 0 0 0,-1 1 0 0 0,-1 0 0 0 0,0 0 0 0 0,0 0 0 0 0,3 0 0 0 0,0 0 0 0 0,0 0 0 0 0,-1 0 0 0 0,0 0 0 0 0,-1 0 0 0 0,-1 0 0 0 0,0 0 0 0 0,0 3 0 0 0,2 1 0 0 0,4-1 0 0 0,4 0 0 0 0,2-1 0 0 0,-1-1 0 0 0,1 0 0 0 0,1-1 0 0 0,-3 0 0 0 0,-2 0 0 0 0,-2 0 0 0 0,-3-1 0 0 0,-2 1 0 0 0,-1 0 0 0 0,0 0 0 0 0,-1 0 0 0 0,0 0 0 0 0,0 0 0 0 0,1 0 0 0 0,-1 0 0 0 0,1 0 0 0 0,0 0 0 0 0,0 0 0 0 0,-1 0 0 0 0,1 0 0 0 0,3 0 0 0 0,0 0 0 0 0,0 0 0 0 0,0 0 0 0 0,-1 0 0 0 0,-1 0 0 0 0,-1-3 0 0 0,0 0 0 0 0,0 0 0 0 0,0 0 0 0 0,-1 1 0 0 0,1 1 0 0 0,0 0 0 0 0,-1 1 0 0 0,1 0 0 0 0,0 0 0 0 0,0 0 0 0 0,-1 0 0 0 0,1 0 0 0 0,0 0 0 0 0,0 0 0 0 0,0 0 0 0 0,-1 0 0 0 0,1 0 0 0 0,-3-2 0 0 0,2-2 0 0 0,1 1 0 0 0,-2-3 0 0 0,-1 1 0 0 0,0 0 0 0 0,-2-1 0 0 0,-3-2 0 0 0,-3-3 0 0 0,-2-2 0 0 0,1 1 0 0 0,0 0 0 0 0,-1 0 0 0 0,-1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2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1930 8921 16383 0 0,'-3'0'0'0'0,"-6"0"0"0"0,-4 0 0 0 0,-3 0 0 0 0,2 3 0 0 0,0 0 0 0 0,0 3 0 0 0,0 1 0 0 0,1 1 0 0 0,2 2 0 0 0,1 2 0 0 0,4 2 0 0 0,2 1 0 0 0,1 1 0 0 0,3 0 0 0 0,2-3 0 0 0,2 0 0 0 0,0 0 0 0 0,2 0 0 0 0,3-2 0 0 0,2-2 0 0 0,-1-1 0 0 0,-1 1 0 0 0,-1 0 0 0 0,2 0 0 0 0,-1 2 0 0 0,-2 1 0 0 0,1-1 0 0 0,1 0 0 0 0,2 1 0 0 0,-1 1 0 0 0,1 1 0 0 0,0-1 0 0 0,2-4 0 0 0,2-3 0 0 0,-1-3 0 0 0,2-1 0 0 0,0-1 0 0 0,0-2 0 0 0,0 1 0 0 0,0-1 0 0 0,0 1 0 0 0,0-1 0 0 0,0 1 0 0 0,-1 0 0 0 0,1 0 0 0 0,3 0 0 0 0,0 0 0 0 0,0 0 0 0 0,3 0 0 0 0,2 0 0 0 0,0 0 0 0 0,-2 0 0 0 0,-1 0 0 0 0,-2 0 0 0 0,-2 0 0 0 0,0 0 0 0 0,-1 0 0 0 0,2 0 0 0 0,1 0 0 0 0,3 0 0 0 0,-1 0 0 0 0,3 0 0 0 0,2 0 0 0 0,-1 0 0 0 0,-1 2 0 0 0,-3 2 0 0 0,-2-1 0 0 0,-2 3 0 0 0,0-1 0 0 0,-1 0 0 0 0,2-2 0 0 0,1 0 0 0 0,0-2 0 0 0,-4 2 0 0 0,2 1 0 0 0,0-1 0 0 0,0-1 0 0 0,0 0 0 0 0,-1-1 0 0 0,3 0 0 0 0,1-1 0 0 0,-1 0 0 0 0,0 0 0 0 0,-2-1 0 0 0,0 1 0 0 0,0 0 0 0 0,-1 0 0 0 0,2 0 0 0 0,4 0 0 0 0,3 0 0 0 0,3 0 0 0 0,0 0 0 0 0,-1 0 0 0 0,-1 0 0 0 0,0 0 0 0 0,-2 0 0 0 0,1 0 0 0 0,-2 0 0 0 0,1 0 0 0 0,0 0 0 0 0,-3 0 0 0 0,-2 0 0 0 0,-1 0 0 0 0,-1 0 0 0 0,2 0 0 0 0,0 0 0 0 0,0 3 0 0 0,-1 0 0 0 0,0 1 0 0 0,-2-1 0 0 0,1-2 0 0 0,-1 1 0 0 0,-1-2 0 0 0,1 1 0 0 0,0-1 0 0 0,-1-1 0 0 0,1 1 0 0 0,0 0 0 0 0,-1 0 0 0 0,1 0 0 0 0,0 0 0 0 0,0 0 0 0 0,2 0 0 0 0,2 0 0 0 0,-1 0 0 0 0,-1 0 0 0 0,0 0 0 0 0,-1 0 0 0 0,0 0 0 0 0,-1 0 0 0 0,0 0 0 0 0,-1 0 0 0 0,1 0 0 0 0,-1 0 0 0 0,1-3 0 0 0,0 0 0 0 0,0-1 0 0 0,-1 1 0 0 0,1 2 0 0 0,0-1 0 0 0,2 2 0 0 0,-1-3 0 0 0,-1-1 0 0 0,-1 1 0 0 0,0 0 0 0 0,0 1 0 0 0,0-1 0 0 0,3-1 0 0 0,1 0 0 0 0,1 1 0 0 0,-2 1 0 0 0,-3-1 0 0 0,-1-1 0 0 0,-1 0 0 0 0,0 1 0 0 0,-2-1 0 0 0,0-1 0 0 0,1 1 0 0 0,-2-1 0 0 0,0-1 0 0 0,-2-1 0 0 0,1 0 0 0 0,-1-1 0 0 0,0 1 0 0 0,-1-2 0 0 0,-1-1 0 0 0,-2-2 0 0 0,-2-2 0 0 0,-1 0 0 0 0,-1-2 0 0 0,0 0 0 0 0,0 0 0 0 0,-1 0 0 0 0,1 0 0 0 0,0 0 0 0 0,0 0 0 0 0,-3 3 0 0 0,-3 0 0 0 0,-1 1 0 0 0,-2 1 0 0 0,-2 4 0 0 0,-2 2 0 0 0,-1 2 0 0 0,-2-1 0 0 0,1 1 0 0 0,-4 0 0 0 0,-1-2 0 0 0,0 0 0 0 0,2 1 0 0 0,2-2 0 0 0,3 0 0 0 0,0 2 0 0 0,-1 0 0 0 0,1 2 0 0 0,-2 1 0 0 0,3-2 0 0 0,-3 0 0 0 0,-1-3 0 0 0,0 0 0 0 0,-3 1 0 0 0,-2 1 0 0 0,2 1 0 0 0,-1 2 0 0 0,2 0 0 0 0,1 1 0 0 0,1 0 0 0 0,-3 1 0 0 0,0-1 0 0 0,0 0 0 0 0,0 0 0 0 0,2 0 0 0 0,0 0 0 0 0,0 0 0 0 0,2 0 0 0 0,-1 0 0 0 0,0 0 0 0 0,0 0 0 0 0,1 0 0 0 0,-1 0 0 0 0,0 0 0 0 0,1 0 0 0 0,-1 0 0 0 0,0 0 0 0 0,0 0 0 0 0,0 0 0 0 0,-2 0 0 0 0,-4 0 0 0 0,-1 0 0 0 0,1 0 0 0 0,2 0 0 0 0,1 0 0 0 0,1 0 0 0 0,1 0 0 0 0,-1 0 0 0 0,-2 0 0 0 0,1 0 0 0 0,-1 0 0 0 0,-2 0 0 0 0,2 0 0 0 0,1 0 0 0 0,-1 0 0 0 0,-1 0 0 0 0,-1 0 0 0 0,-1 0 0 0 0,2 0 0 0 0,2 0 0 0 0,1 0 0 0 0,1 0 0 0 0,0 0 0 0 0,1 0 0 0 0,1 0 0 0 0,-1 0 0 0 0,1 0 0 0 0,-1 0 0 0 0,1 0 0 0 0,-1 0 0 0 0,0 0 0 0 0,0 0 0 0 0,1 0 0 0 0,-1 0 0 0 0,0 0 0 0 0,0 0 0 0 0,0 0 0 0 0,1 0 0 0 0,-1 0 0 0 0,0 0 0 0 0,0 0 0 0 0,0 0 0 0 0,1 0 0 0 0,-1 0 0 0 0,0 0 0 0 0,0 0 0 0 0,0 0 0 0 0,1 0 0 0 0,-1 0 0 0 0,0 0 0 0 0,0 0 0 0 0,0 0 0 0 0,1 0 0 0 0,-1 0 0 0 0,0 0 0 0 0,0 0 0 0 0,0 0 0 0 0,1 0 0 0 0,-1 0 0 0 0,-3 0 0 0 0,0 0 0 0 0,0 0 0 0 0,0 0 0 0 0,2 0 0 0 0,0 0 0 0 0,0 0 0 0 0,1 0 0 0 0,0 0 0 0 0,1 0 0 0 0,-1 0 0 0 0,0 0 0 0 0,1 0 0 0 0,-1 0 0 0 0,0 0 0 0 0,0 0 0 0 0,1 0 0 0 0,-1 0 0 0 0,0 0 0 0 0,0 0 0 0 0,0 0 0 0 0,1 0 0 0 0,-1 0 0 0 0,0 0 0 0 0,0 0 0 0 0,0 0 0 0 0,3-2 0 0 0,4-5 0 0 0,0 0 0 0 0,-1 1 0 0 0,2-1 0 0 0,-1 0 0 0 0,-2 2 0 0 0,-1 1 0 0 0,-1 2 0 0 0,-2 1 0 0 0,2 3 0 0 0,4 5 0 0 0,2 3 0 0 0,6 0 0 0 0,3-2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2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9768 11488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2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9726 11467 16383 0 0,'4'0'0'0'0,"13"0"0"0"0,11 0 0 0 0,7 2 0 0 0,3 1 0 0 0,5 0 0 0 0,-1-1 0 0 0,-1 2 0 0 0,-3-1 0 0 0,-3 3 0 0 0,-5-1 0 0 0,-4-1 0 0 0,-4-1 0 0 0,-5-1 0 0 0,-2-1 0 0 0,-2 0 0 0 0,-2-1 0 0 0,1 0 0 0 0,0-1 0 0 0,-1 1 0 0 0,1 0 0 0 0,0 0 0 0 0,1 0 0 0 0,-1 0 0 0 0,1 0 0 0 0,-1 0 0 0 0,1 0 0 0 0,-1 0 0 0 0,1 0 0 0 0,0 0 0 0 0,-1 0 0 0 0,1 0 0 0 0,-1 0 0 0 0,1 0 0 0 0,-1 0 0 0 0,3 0 0 0 0,0 0 0 0 0,0 0 0 0 0,0 0 0 0 0,-1 0 0 0 0,0 0 0 0 0,-1 0 0 0 0,-1 0 0 0 0,1 0 0 0 0,-1 0 0 0 0,1 0 0 0 0,-1 0 0 0 0,3 0 0 0 0,0 0 0 0 0,0 0 0 0 0,0 0 0 0 0,-1 0 0 0 0,-1 0 0 0 0,0 0 0 0 0,0 0 0 0 0,0 0 0 0 0,-1 0 0 0 0,1 0 0 0 0,-1 0 0 0 0,0 0 0 0 0,1 0 0 0 0,-1 0 0 0 0,1 0 0 0 0,2 0 0 0 0,0 0 0 0 0,0 0 0 0 0,0 0 0 0 0,-1 0 0 0 0,2 0 0 0 0,2 0 0 0 0,0 0 0 0 0,-1 0 0 0 0,-1 0 0 0 0,-1 0 0 0 0,-1 0 0 0 0,-1 0 0 0 0,0 0 0 0 0,-1 0 0 0 0,1 0 0 0 0,-1 0 0 0 0,0 0 0 0 0,1 0 0 0 0,-1 0 0 0 0,0 0 0 0 0,1 0 0 0 0,-1 0 0 0 0,1 0 0 0 0,0 0 0 0 0,-1 0 0 0 0,1 0 0 0 0,-1 0 0 0 0,1 0 0 0 0,-1 0 0 0 0,1 0 0 0 0,1 0 0 0 0,4 0 0 0 0,0 0 0 0 0,-1 0 0 0 0,0 0 0 0 0,-2 0 0 0 0,-1 0 0 0 0,-1 0 0 0 0,0 0 0 0 0,-1 0 0 0 0,0 0 0 0 0,1 0 0 0 0,-1 0 0 0 0,0 0 0 0 0,1 0 0 0 0,-1 0 0 0 0,1 0 0 0 0,-1 0 0 0 0,1 0 0 0 0,-1 0 0 0 0,1 0 0 0 0,-1 0 0 0 0,1 0 0 0 0,-1 0 0 0 0,1 0 0 0 0,-1 0 0 0 0,3 0 0 0 0,3 0 0 0 0,0 0 0 0 0,-1 0 0 0 0,1 0 0 0 0,0 0 0 0 0,-1 0 0 0 0,-2 0 0 0 0,2 0 0 0 0,1 0 0 0 0,1 0 0 0 0,-2 0 0 0 0,1 2 0 0 0,2 1 0 0 0,-1-1 0 0 0,-1 0 0 0 0,-2 0 0 0 0,-1-1 0 0 0,-1-1 0 0 0,-1 1 0 0 0,-1-1 0 0 0,1 0 0 0 0,-1-1 0 0 0,0 1 0 0 0,1 0 0 0 0,-1 0 0 0 0,0 0 0 0 0,1 0 0 0 0,-1 0 0 0 0,1 0 0 0 0,-1 0 0 0 0,1 0 0 0 0,-1 0 0 0 0,1 0 0 0 0,-1 0 0 0 0,1 0 0 0 0,0 0 0 0 0,-1 0 0 0 0,1 0 0 0 0,-1 0 0 0 0,1 0 0 0 0,-1 0 0 0 0,1 0 0 0 0,1 0 0 0 0,2 0 0 0 0,-1 0 0 0 0,0 0 0 0 0,-1 0 0 0 0,-1 0 0 0 0,0 0 0 0 0,2 0 0 0 0,3 0 0 0 0,0 0 0 0 0,-1 0 0 0 0,-1 0 0 0 0,-1 0 0 0 0,-1 0 0 0 0,-1 0 0 0 0,0 0 0 0 0,-1 0 0 0 0,0 0 0 0 0,5 0 0 0 0,3 0 0 0 0,3 0 0 0 0,3 0 0 0 0,0 0 0 0 0,0 0 0 0 0,0 0 0 0 0,-1 0 0 0 0,0 0 0 0 0,-2 0 0 0 0,-1 0 0 0 0,0 0 0 0 0,1 0 0 0 0,0 0 0 0 0,-1 0 0 0 0,-2 0 0 0 0,-1 0 0 0 0,-1 0 0 0 0,1 0 0 0 0,-2 0 0 0 0,2 0 0 0 0,1 0 0 0 0,0 0 0 0 0,-2 0 0 0 0,-1 0 0 0 0,0 0 0 0 0,1 0 0 0 0,1 0 0 0 0,0 0 0 0 0,0 0 0 0 0,1 0 0 0 0,1 0 0 0 0,-1 0 0 0 0,-2 0 0 0 0,-1 0 0 0 0,0 0 0 0 0,1 0 0 0 0,1 0 0 0 0,0 0 0 0 0,0 0 0 0 0,1 0 0 0 0,-2 0 0 0 0,0 0 0 0 0,-1 0 0 0 0,1 0 0 0 0,0 0 0 0 0,2 0 0 0 0,-1 0 0 0 0,-1 0 0 0 0,-1 0 0 0 0,0 0 0 0 0,2 0 0 0 0,-1 0 0 0 0,2 0 0 0 0,-1 0 0 0 0,0 0 0 0 0,0 0 0 0 0,-2 0 0 0 0,1 0 0 0 0,-1 0 0 0 0,1 0 0 0 0,2 0 0 0 0,0 0 0 0 0,-2 0 0 0 0,-2 0 0 0 0,1 0 0 0 0,2 0 0 0 0,0 0 0 0 0,0 0 0 0 0,0 0 0 0 0,1 0 0 0 0,-2 0 0 0 0,0 0 0 0 0,-1 0 0 0 0,1 0 0 0 0,0 0 0 0 0,2 0 0 0 0,-1 0 0 0 0,-1 0 0 0 0,-1 0 0 0 0,0 0 0 0 0,2 0 0 0 0,-1 0 0 0 0,2 0 0 0 0,-1 0 0 0 0,0 0 0 0 0,0 0 0 0 0,-2 0 0 0 0,1 0 0 0 0,1 0 0 0 0,0 0 0 0 0,1 0 0 0 0,-1 0 0 0 0,-1 0 0 0 0,0 0 0 0 0,-1 0 0 0 0,1 0 0 0 0,0 0 0 0 0,1 0 0 0 0,1 0 0 0 0,0 0 0 0 0,-2 0 0 0 0,-1 0 0 0 0,0 0 0 0 0,2 0 0 0 0,-1 0 0 0 0,2 0 0 0 0,-1 0 0 0 0,-2 0 0 0 0,1 0 0 0 0,-1 0 0 0 0,2 0 0 0 0,-1 0 0 0 0,0 0 0 0 0,3 0 0 0 0,-1 0 0 0 0,-2 0 0 0 0,-2 0 0 0 0,2 0 0 0 0,0 0 0 0 0,1 0 0 0 0,0 0 0 0 0,0 0 0 0 0,-1 0 0 0 0,0 0 0 0 0,-1 0 0 0 0,1 0 0 0 0,0 0 0 0 0,1 0 0 0 0,1 0 0 0 0,0 0 0 0 0,-2 0 0 0 0,-1 0 0 0 0,0 0 0 0 0,2 0 0 0 0,-1 0 0 0 0,2 0 0 0 0,-1 0 0 0 0,-2 0 0 0 0,1 0 0 0 0,-1 0 0 0 0,2 0 0 0 0,-1 0 0 0 0,0 0 0 0 0,3 0 0 0 0,-1 0 0 0 0,-2 0 0 0 0,-2 0 0 0 0,2 0 0 0 0,0 0 0 0 0,1 0 0 0 0,0 0 0 0 0,0 0 0 0 0,-1 0 0 0 0,0 0 0 0 0,-1 0 0 0 0,1 0 0 0 0,2 0 0 0 0,2 0 0 0 0,-1 0 0 0 0,-2 0 0 0 0,0 0 0 0 0,0 0 0 0 0,-3 0 0 0 0,2 0 0 0 0,1 0 0 0 0,1 0 0 0 0,1-2 0 0 0,-3-1 0 0 0,2 0 0 0 0,-2 1 0 0 0,-2 1 0 0 0,0 0 0 0 0,-2 0 0 0 0,-3 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03:11:52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9768 11488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5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8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7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0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0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7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8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4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3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3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0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ipe-frontend.s3-website-us-east-1.amazonaw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customXml" Target="../ink/ink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customXml" Target="../ink/ink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D572980-FB84-8C29-1FAC-FAC5ECE29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ngle view of circuit shaped like a brain">
            <a:extLst>
              <a:ext uri="{FF2B5EF4-FFF2-40B4-BE49-F238E27FC236}">
                <a16:creationId xmlns:a16="http://schemas.microsoft.com/office/drawing/2014/main" id="{F37E5653-47FB-A5BA-2275-CB604B329F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8127" b="1228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8659" y="1717926"/>
            <a:ext cx="7711419" cy="27181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err="1"/>
              <a:t>MediSyn</a:t>
            </a:r>
            <a:r>
              <a:rPr lang="en-US" sz="5400"/>
              <a:t>/BRIDGE</a:t>
            </a:r>
          </a:p>
          <a:p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Group 2:</a:t>
            </a:r>
          </a:p>
          <a:p>
            <a:r>
              <a:rPr lang="en-US" sz="2200">
                <a:solidFill>
                  <a:srgbClr val="FFFFFF"/>
                </a:solidFill>
              </a:rPr>
              <a:t>Sajan Kumar Kar</a:t>
            </a:r>
            <a:br>
              <a:rPr lang="en-US" sz="2200">
                <a:solidFill>
                  <a:srgbClr val="FFFFFF"/>
                </a:solidFill>
              </a:rPr>
            </a:br>
            <a:r>
              <a:rPr lang="en-US" sz="2200">
                <a:solidFill>
                  <a:srgbClr val="FFFFFF"/>
                </a:solidFill>
              </a:rPr>
              <a:t>Parv Bhargava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6028-A334-E931-4960-34004F18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IDEA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7A2BD83-0A74-A21E-AC4B-BCC362A7D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682076"/>
              </p:ext>
            </p:extLst>
          </p:nvPr>
        </p:nvGraphicFramePr>
        <p:xfrm>
          <a:off x="4685145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7" name="Flowchart: Punched Tape 156">
            <a:extLst>
              <a:ext uri="{FF2B5EF4-FFF2-40B4-BE49-F238E27FC236}">
                <a16:creationId xmlns:a16="http://schemas.microsoft.com/office/drawing/2014/main" id="{DBAB4822-828E-48C9-06FA-C8BE2257EAC1}"/>
              </a:ext>
            </a:extLst>
          </p:cNvPr>
          <p:cNvSpPr/>
          <p:nvPr/>
        </p:nvSpPr>
        <p:spPr>
          <a:xfrm rot="2220000">
            <a:off x="-609112" y="5826540"/>
            <a:ext cx="3936115" cy="325067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5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lowchart: Punched Tape 35">
            <a:extLst>
              <a:ext uri="{FF2B5EF4-FFF2-40B4-BE49-F238E27FC236}">
                <a16:creationId xmlns:a16="http://schemas.microsoft.com/office/drawing/2014/main" id="{FF4093E6-ECA9-A863-4B0E-36B1BEE39210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E263D-EDE4-89B7-CBC0-C1E4CBBA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Current Issues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0BB827-20F7-F6E7-F991-6FFFECF960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2157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Flowchart: Punched Tape 467">
            <a:extLst>
              <a:ext uri="{FF2B5EF4-FFF2-40B4-BE49-F238E27FC236}">
                <a16:creationId xmlns:a16="http://schemas.microsoft.com/office/drawing/2014/main" id="{14899DE3-726E-D735-A94B-8F080B2491DC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B3170-F172-B43F-651F-ECBCF5A4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pPr algn="ctr"/>
            <a:r>
              <a:rPr lang="en-US"/>
              <a:t>OVERVIEW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79E7073-8AB9-F0AF-C20A-B59793F4BC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14856" y="1473055"/>
          <a:ext cx="9162288" cy="4635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77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4136C1E8-810C-1985-202C-1B02787B5DB8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1C363-0FF7-F6C3-4C28-40B860F5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BRIDGE- Architecture</a:t>
            </a:r>
          </a:p>
        </p:txBody>
      </p:sp>
      <p:pic>
        <p:nvPicPr>
          <p:cNvPr id="8" name="Content Placeholder 7" descr="A diagram of a medical service&#10;&#10;AI-generated content may be incorrect.">
            <a:extLst>
              <a:ext uri="{FF2B5EF4-FFF2-40B4-BE49-F238E27FC236}">
                <a16:creationId xmlns:a16="http://schemas.microsoft.com/office/drawing/2014/main" id="{1AF4FDFB-D43F-E35F-0864-75EE2530C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1487" y="1718379"/>
            <a:ext cx="9647800" cy="4795952"/>
          </a:xfrm>
        </p:spPr>
      </p:pic>
    </p:spTree>
    <p:extLst>
      <p:ext uri="{BB962C8B-B14F-4D97-AF65-F5344CB8AC3E}">
        <p14:creationId xmlns:p14="http://schemas.microsoft.com/office/powerpoint/2010/main" val="190891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Punched Tape 14">
            <a:extLst>
              <a:ext uri="{FF2B5EF4-FFF2-40B4-BE49-F238E27FC236}">
                <a16:creationId xmlns:a16="http://schemas.microsoft.com/office/drawing/2014/main" id="{39989781-F819-CCB2-E011-2B17D57757E9}"/>
              </a:ext>
            </a:extLst>
          </p:cNvPr>
          <p:cNvSpPr/>
          <p:nvPr/>
        </p:nvSpPr>
        <p:spPr>
          <a:xfrm rot="-5400000">
            <a:off x="-1437040" y="1491395"/>
            <a:ext cx="6854075" cy="3881451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7A861-C06D-B2E7-4D23-0A0A3F1F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BRIDGE- Professions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4673FE-5BB2-3D07-7C22-E719B418C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37989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560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C363-0FF7-F6C3-4C28-40B860F5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848" y="548640"/>
            <a:ext cx="10653578" cy="1132258"/>
          </a:xfrm>
        </p:spPr>
        <p:txBody>
          <a:bodyPr/>
          <a:lstStyle/>
          <a:p>
            <a:pPr algn="ctr"/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BRIDGE Webapp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03866B-F353-A37F-C52C-E147E27AC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7958"/>
            <a:ext cx="12192000" cy="5481922"/>
          </a:xfrm>
          <a:prstGeom prst="rect">
            <a:avLst/>
          </a:prstGeom>
        </p:spPr>
      </p:pic>
      <p:pic>
        <p:nvPicPr>
          <p:cNvPr id="7" name="Picture 6" descr="File:Amazon-S3-Logo.svg - Wikimedia Commons">
            <a:extLst>
              <a:ext uri="{FF2B5EF4-FFF2-40B4-BE49-F238E27FC236}">
                <a16:creationId xmlns:a16="http://schemas.microsoft.com/office/drawing/2014/main" id="{EFE35F1F-7824-50F1-1DAC-9D51CB6C4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2" y="6195450"/>
            <a:ext cx="292445" cy="357153"/>
          </a:xfrm>
          <a:prstGeom prst="rect">
            <a:avLst/>
          </a:prstGeom>
        </p:spPr>
      </p:pic>
      <p:pic>
        <p:nvPicPr>
          <p:cNvPr id="8" name="Picture 7" descr="AWS EC2 (Elastic Compute Cloud) Logo PNG Vector (SVG) Free Download">
            <a:extLst>
              <a:ext uri="{FF2B5EF4-FFF2-40B4-BE49-F238E27FC236}">
                <a16:creationId xmlns:a16="http://schemas.microsoft.com/office/drawing/2014/main" id="{11A2C384-BE65-109B-D562-A5B4D7FD1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72" y="6193180"/>
            <a:ext cx="361693" cy="361693"/>
          </a:xfrm>
          <a:prstGeom prst="rect">
            <a:avLst/>
          </a:prstGeom>
        </p:spPr>
      </p:pic>
      <p:pic>
        <p:nvPicPr>
          <p:cNvPr id="9" name="Picture 8" descr="aws rds&quot; Icon - Download for free – Iconduck">
            <a:extLst>
              <a:ext uri="{FF2B5EF4-FFF2-40B4-BE49-F238E27FC236}">
                <a16:creationId xmlns:a16="http://schemas.microsoft.com/office/drawing/2014/main" id="{8F7AB4CD-4E07-833B-7C94-317FDB1B3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11195" y="6197594"/>
            <a:ext cx="304799" cy="37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5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FE038-EFA5-51E2-1D0F-8A01612F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Flowchart: Punched Tape 3633">
            <a:extLst>
              <a:ext uri="{FF2B5EF4-FFF2-40B4-BE49-F238E27FC236}">
                <a16:creationId xmlns:a16="http://schemas.microsoft.com/office/drawing/2014/main" id="{9EC49D54-1379-5CEA-8693-A2ABAAFA5188}"/>
              </a:ext>
            </a:extLst>
          </p:cNvPr>
          <p:cNvSpPr/>
          <p:nvPr/>
        </p:nvSpPr>
        <p:spPr>
          <a:xfrm rot="10800000">
            <a:off x="9313" y="531375"/>
            <a:ext cx="12198373" cy="9673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4CADF-5E8F-0ECF-B793-6029A0801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err="1"/>
              <a:t>MediSyn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9A6AEA0-F304-B591-9168-FA163211D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MediSyn</a:t>
            </a:r>
            <a:r>
              <a:rPr lang="en-US"/>
              <a:t> is a multi-agent system that generates a role-specific IPP treatment plan for a patient's case.</a:t>
            </a:r>
          </a:p>
          <a:p>
            <a:r>
              <a:rPr lang="en-US">
                <a:ea typeface="+mn-lt"/>
                <a:cs typeface="+mn-lt"/>
              </a:rPr>
              <a:t>Existing AI chatbots typically generate treatment plans from a single-provider perspective.</a:t>
            </a:r>
          </a:p>
          <a:p>
            <a:r>
              <a:rPr lang="en-US">
                <a:ea typeface="+mn-lt"/>
                <a:cs typeface="+mn-lt"/>
              </a:rPr>
              <a:t>They lack role-specific care that's needed for patient's care in IPE.</a:t>
            </a:r>
          </a:p>
          <a:p>
            <a:r>
              <a:rPr lang="en-US">
                <a:ea typeface="+mn-lt"/>
                <a:cs typeface="+mn-lt"/>
              </a:rPr>
              <a:t>Goals: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>
                <a:ea typeface="+mn-lt"/>
                <a:cs typeface="+mn-lt"/>
              </a:rPr>
              <a:t>Where</a:t>
            </a:r>
            <a:r>
              <a:rPr lang="en-US">
                <a:ea typeface="+mn-lt"/>
                <a:cs typeface="+mn-lt"/>
              </a:rPr>
              <a:t> a multi-agent system like </a:t>
            </a:r>
            <a:r>
              <a:rPr lang="en-US" err="1">
                <a:ea typeface="+mn-lt"/>
                <a:cs typeface="+mn-lt"/>
              </a:rPr>
              <a:t>MediSyn</a:t>
            </a:r>
            <a:r>
              <a:rPr lang="en-US">
                <a:ea typeface="+mn-lt"/>
                <a:cs typeface="+mn-lt"/>
              </a:rPr>
              <a:t> fits in the broader landscape of AI-assisted treatment planning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>
                <a:ea typeface="+mn-lt"/>
                <a:cs typeface="+mn-lt"/>
              </a:rPr>
              <a:t>How</a:t>
            </a:r>
            <a:r>
              <a:rPr lang="en-US">
                <a:ea typeface="+mn-lt"/>
                <a:cs typeface="+mn-lt"/>
              </a:rPr>
              <a:t> it compares to single-agent (single-role) systems and prompt tuned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8435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B4D0F-2967-A498-FFA6-E337B18F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Flowchart: Punched Tape 3633">
            <a:extLst>
              <a:ext uri="{FF2B5EF4-FFF2-40B4-BE49-F238E27FC236}">
                <a16:creationId xmlns:a16="http://schemas.microsoft.com/office/drawing/2014/main" id="{3C4B7022-EED8-608E-88A5-BE1A7B1AC248}"/>
              </a:ext>
            </a:extLst>
          </p:cNvPr>
          <p:cNvSpPr/>
          <p:nvPr/>
        </p:nvSpPr>
        <p:spPr>
          <a:xfrm rot="10800000">
            <a:off x="9313" y="531375"/>
            <a:ext cx="12198373" cy="9673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BF023-429A-03B5-2E29-A724CFFF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err="1"/>
              <a:t>MediSyn</a:t>
            </a:r>
            <a:r>
              <a:rPr lang="en-US"/>
              <a:t>: 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77B543-808C-76C8-F8E1-04E38FAE8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38000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13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54373-F109-2C4D-2C7B-F4223030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Flowchart: Punched Tape 3633">
            <a:extLst>
              <a:ext uri="{FF2B5EF4-FFF2-40B4-BE49-F238E27FC236}">
                <a16:creationId xmlns:a16="http://schemas.microsoft.com/office/drawing/2014/main" id="{6139A0D9-2875-96BB-A72A-19BD52AD38CE}"/>
              </a:ext>
            </a:extLst>
          </p:cNvPr>
          <p:cNvSpPr/>
          <p:nvPr/>
        </p:nvSpPr>
        <p:spPr>
          <a:xfrm rot="10800000">
            <a:off x="9313" y="531375"/>
            <a:ext cx="12198373" cy="9673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7D142-8CEF-F236-0465-E51D6B4E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err="1"/>
              <a:t>MediSyn</a:t>
            </a:r>
            <a:r>
              <a:rPr lang="en-US"/>
              <a:t>: Data Extraction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45290E-AB4B-A320-22A4-2E80DA6080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A269177-AC31-7964-15D9-707071B64A4E}"/>
              </a:ext>
            </a:extLst>
          </p:cNvPr>
          <p:cNvSpPr txBox="1"/>
          <p:nvPr/>
        </p:nvSpPr>
        <p:spPr>
          <a:xfrm>
            <a:off x="3176351" y="6578603"/>
            <a:ext cx="586242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solidFill>
                  <a:schemeClr val="bg1"/>
                </a:solidFill>
              </a:rPr>
              <a:t>We also do a manual extraction of the data to have a JSON ground truth dataset</a:t>
            </a:r>
          </a:p>
        </p:txBody>
      </p:sp>
    </p:spTree>
    <p:extLst>
      <p:ext uri="{BB962C8B-B14F-4D97-AF65-F5344CB8AC3E}">
        <p14:creationId xmlns:p14="http://schemas.microsoft.com/office/powerpoint/2010/main" val="414596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84D5-F856-89E5-440D-1DB5049B6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MediSyn</a:t>
            </a:r>
            <a:r>
              <a:rPr lang="en-US"/>
              <a:t>: Raw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6E49-82FD-3D4D-3F2B-04A9C07B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7" y="2825876"/>
            <a:ext cx="5029783" cy="26732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Data: PDFs with the patient case, IPP team members, assessment plans and results, IPP treatment plans. </a:t>
            </a:r>
          </a:p>
          <a:p>
            <a:r>
              <a:rPr lang="en-US"/>
              <a:t>15 case studies used.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5649B-5BAC-36A8-9BD4-161172FC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016" y="675070"/>
            <a:ext cx="5815931" cy="55081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3338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FEE45-BEFE-993D-2ECA-BBD9D329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03F46D2C-1140-B4F8-9D1E-0E5A091E7153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7ECA2-947A-A519-97E9-F40A963D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Extracted Data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7C77FCDF-5A9A-8862-E73F-4B2A18F7D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4199754"/>
              </p:ext>
            </p:extLst>
          </p:nvPr>
        </p:nvGraphicFramePr>
        <p:xfrm>
          <a:off x="564906" y="2600979"/>
          <a:ext cx="11080469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855">
                  <a:extLst>
                    <a:ext uri="{9D8B030D-6E8A-4147-A177-3AD203B41FA5}">
                      <a16:colId xmlns:a16="http://schemas.microsoft.com/office/drawing/2014/main" val="1414192282"/>
                    </a:ext>
                  </a:extLst>
                </a:gridCol>
                <a:gridCol w="5753614">
                  <a:extLst>
                    <a:ext uri="{9D8B030D-6E8A-4147-A177-3AD203B41FA5}">
                      <a16:colId xmlns:a16="http://schemas.microsoft.com/office/drawing/2014/main" val="3284195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61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Patient_info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Includes patient's name, age, diagnosis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01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Summary</a:t>
                      </a:r>
                    </a:p>
                  </a:txBody>
                  <a:tcPr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Summary of the case</a:t>
                      </a:r>
                    </a:p>
                  </a:txBody>
                  <a:tcPr>
                    <a:solidFill>
                      <a:srgbClr val="E9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818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Team_members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List of involved professionals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59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Background</a:t>
                      </a:r>
                    </a:p>
                  </a:txBody>
                  <a:tcPr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Patient's background</a:t>
                      </a:r>
                    </a:p>
                  </a:txBody>
                  <a:tcPr>
                    <a:solidFill>
                      <a:srgbClr val="E9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49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Assessment_plan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Evaluation responsibilities assigned to each professional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30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Assessment_results</a:t>
                      </a:r>
                    </a:p>
                  </a:txBody>
                  <a:tcPr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Results of the diagnostic evaluations</a:t>
                      </a:r>
                    </a:p>
                  </a:txBody>
                  <a:tcPr>
                    <a:solidFill>
                      <a:srgbClr val="E9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60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Treatment_plan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 IPP treatment plan co-developed by the team</a:t>
                      </a:r>
                    </a:p>
                  </a:txBody>
                  <a:tcPr>
                    <a:solidFill>
                      <a:srgbClr val="ABCC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95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40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20AF3-4932-30AA-80F6-99DCF2EA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4D2207-AA67-DAD1-D42E-7A07328C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80" name="Flowchart: Punched Tape 379">
            <a:extLst>
              <a:ext uri="{FF2B5EF4-FFF2-40B4-BE49-F238E27FC236}">
                <a16:creationId xmlns:a16="http://schemas.microsoft.com/office/drawing/2014/main" id="{5051CBD4-5EE3-DE73-2A92-C877BC0D6269}"/>
              </a:ext>
            </a:extLst>
          </p:cNvPr>
          <p:cNvSpPr/>
          <p:nvPr/>
        </p:nvSpPr>
        <p:spPr>
          <a:xfrm rot="16200000">
            <a:off x="-1097229" y="1491395"/>
            <a:ext cx="6854075" cy="3881451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67256-CDA7-CC6F-9237-8A4E78BC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54802"/>
            <a:ext cx="3657600" cy="1294374"/>
          </a:xfrm>
        </p:spPr>
        <p:txBody>
          <a:bodyPr>
            <a:normAutofit/>
          </a:bodyPr>
          <a:lstStyle/>
          <a:p>
            <a:r>
              <a:rPr lang="en-US" err="1"/>
              <a:t>MediSyn</a:t>
            </a:r>
            <a:r>
              <a:rPr lang="en-US"/>
              <a:t>: Approaches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383B43C-9D74-F03A-6382-72A446662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585563"/>
              </p:ext>
            </p:extLst>
          </p:nvPr>
        </p:nvGraphicFramePr>
        <p:xfrm>
          <a:off x="5013849" y="548637"/>
          <a:ext cx="6561437" cy="576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D05CCE5-65DD-8FC3-B366-6B4BCF9E4675}"/>
              </a:ext>
            </a:extLst>
          </p:cNvPr>
          <p:cNvSpPr txBox="1"/>
          <p:nvPr/>
        </p:nvSpPr>
        <p:spPr>
          <a:xfrm>
            <a:off x="5332902" y="6537403"/>
            <a:ext cx="62671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solidFill>
                  <a:schemeClr val="bg1"/>
                </a:solidFill>
              </a:rPr>
              <a:t>We compare the results for both manually prepared data and LLM prepared Data</a:t>
            </a:r>
          </a:p>
        </p:txBody>
      </p:sp>
    </p:spTree>
    <p:extLst>
      <p:ext uri="{BB962C8B-B14F-4D97-AF65-F5344CB8AC3E}">
        <p14:creationId xmlns:p14="http://schemas.microsoft.com/office/powerpoint/2010/main" val="3178599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64806E87-BA3F-2F68-AECF-698A168C7315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1C363-0FF7-F6C3-4C28-40B860F5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Architecture</a:t>
            </a:r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B707A56D-1E5A-26B7-C909-5C463ED4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00" y="2051389"/>
            <a:ext cx="11293495" cy="38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42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78380-B50F-C131-21C1-2FC88BD9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5E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Punched Tape 21">
            <a:extLst>
              <a:ext uri="{FF2B5EF4-FFF2-40B4-BE49-F238E27FC236}">
                <a16:creationId xmlns:a16="http://schemas.microsoft.com/office/drawing/2014/main" id="{1A90FAB6-A610-D1D5-4C74-FECCB2D2E1F8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7531A-018B-59DB-38BC-ADAC9964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pPr algn="ctr"/>
            <a:r>
              <a:rPr lang="en-US" err="1"/>
              <a:t>MediSyn</a:t>
            </a:r>
            <a:r>
              <a:rPr lang="en-US"/>
              <a:t>: Evaluation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6C1FF69-47D5-80CB-7AEA-719CD8584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95782"/>
              </p:ext>
            </p:extLst>
          </p:nvPr>
        </p:nvGraphicFramePr>
        <p:xfrm>
          <a:off x="1803180" y="1709598"/>
          <a:ext cx="8585640" cy="3533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5287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BEF22-31A7-D726-2486-4AD4F38C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A82CFC0A-BD02-2477-1AA4-6E0201657FE3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0D825-14DB-CDC8-64F7-7DC8CF8A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(Data Preparation)</a:t>
            </a:r>
          </a:p>
        </p:txBody>
      </p:sp>
      <p:pic>
        <p:nvPicPr>
          <p:cNvPr id="6" name="Picture 5" descr="A screenshot of a medical information&#10;&#10;AI-generated content may be incorrect.">
            <a:extLst>
              <a:ext uri="{FF2B5EF4-FFF2-40B4-BE49-F238E27FC236}">
                <a16:creationId xmlns:a16="http://schemas.microsoft.com/office/drawing/2014/main" id="{FDACC6F0-64DF-BF0B-E5AC-7E24DBF1B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4" y="1719648"/>
            <a:ext cx="6461480" cy="4252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44830-4A3D-C921-209B-CC5C0B5B0599}"/>
              </a:ext>
            </a:extLst>
          </p:cNvPr>
          <p:cNvSpPr txBox="1"/>
          <p:nvPr/>
        </p:nvSpPr>
        <p:spPr>
          <a:xfrm>
            <a:off x="7309537" y="1840252"/>
            <a:ext cx="447837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GPT preserved the format closest to the manual version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Claude and Llama included additional conditions in diagnosis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Overall required data is captured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63BF2-A841-B7F7-DCD3-5767096971FB}"/>
              </a:ext>
            </a:extLst>
          </p:cNvPr>
          <p:cNvSpPr txBox="1"/>
          <p:nvPr/>
        </p:nvSpPr>
        <p:spPr>
          <a:xfrm>
            <a:off x="1850409" y="6393251"/>
            <a:ext cx="87795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solidFill>
                  <a:schemeClr val="bg1"/>
                </a:solidFill>
              </a:rPr>
              <a:t>The case is similar in other fields: GPT stays true to exact data. Claude and Llama reformat into more prose-driven structure</a:t>
            </a:r>
          </a:p>
        </p:txBody>
      </p:sp>
    </p:spTree>
    <p:extLst>
      <p:ext uri="{BB962C8B-B14F-4D97-AF65-F5344CB8AC3E}">
        <p14:creationId xmlns:p14="http://schemas.microsoft.com/office/powerpoint/2010/main" val="1161364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C556C-AF70-C206-CA88-482C1A66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B8A96DCB-9604-0AE4-C8F9-ACA1AC0AF6BE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F9159-9968-05FE-6E7A-D4E75CEC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(Quantitative Analysis)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A94A9-F30C-0653-A0D6-8C3B87E63471}"/>
              </a:ext>
            </a:extLst>
          </p:cNvPr>
          <p:cNvSpPr txBox="1"/>
          <p:nvPr/>
        </p:nvSpPr>
        <p:spPr>
          <a:xfrm>
            <a:off x="5729508" y="2086781"/>
            <a:ext cx="632734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Manual data consistently enhances overall accuracy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Claude performs best in </a:t>
            </a:r>
            <a:r>
              <a:rPr lang="en-US" err="1"/>
              <a:t>MediSyn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Surprisingly, Claude prompt-tuned shows a massively low overall accuracy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Llama has highest accuracy in prompt-tuned version.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457A919-E5B5-ADBF-F56D-A9A4D1463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29" y="1535207"/>
            <a:ext cx="4762501" cy="2342030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2D68B64-0BA4-0714-F499-902BB7BFC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28" y="3966883"/>
            <a:ext cx="4762502" cy="2342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454A2-3CD7-AC99-723C-A872A261A7C1}"/>
              </a:ext>
            </a:extLst>
          </p:cNvPr>
          <p:cNvSpPr txBox="1"/>
          <p:nvPr/>
        </p:nvSpPr>
        <p:spPr>
          <a:xfrm>
            <a:off x="5763125" y="4395192"/>
            <a:ext cx="632734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LLM data shows variable results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Claude performs best in </a:t>
            </a:r>
            <a:r>
              <a:rPr lang="en-US" err="1"/>
              <a:t>MediSyn</a:t>
            </a:r>
            <a:r>
              <a:rPr lang="en-US"/>
              <a:t> by a huge margin. Claude prompt-tuned drops from baseline here as well.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GPT and Llama show best accuracy in prompt-tuned 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53CC51-CA8D-DC2E-2A9C-ECC16654768C}"/>
              </a:ext>
            </a:extLst>
          </p:cNvPr>
          <p:cNvSpPr txBox="1"/>
          <p:nvPr/>
        </p:nvSpPr>
        <p:spPr>
          <a:xfrm>
            <a:off x="6766977" y="1539332"/>
            <a:ext cx="40505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/>
              <a:t>LLM-as-a-judge Overall Accuracy</a:t>
            </a:r>
          </a:p>
        </p:txBody>
      </p:sp>
    </p:spTree>
    <p:extLst>
      <p:ext uri="{BB962C8B-B14F-4D97-AF65-F5344CB8AC3E}">
        <p14:creationId xmlns:p14="http://schemas.microsoft.com/office/powerpoint/2010/main" val="415772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323F4-E37A-3C9F-83B6-3ECB51BF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D874A6B6-EC15-807F-3538-9B73DC74D837}"/>
              </a:ext>
            </a:extLst>
          </p:cNvPr>
          <p:cNvSpPr/>
          <p:nvPr/>
        </p:nvSpPr>
        <p:spPr>
          <a:xfrm rot="10800000">
            <a:off x="-1573" y="331736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5D324-09A2-3528-0D70-8E92C58C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(Quantitative Analysis)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0DF0D20-2AEC-B53E-4FF3-6D0586373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Manual  </a:t>
            </a:r>
          </a:p>
        </p:txBody>
      </p:sp>
      <p:pic>
        <p:nvPicPr>
          <p:cNvPr id="20" name="Content Placeholder 19" descr="A group of blue bars&#10;&#10;AI-generated content may be incorrect.">
            <a:extLst>
              <a:ext uri="{FF2B5EF4-FFF2-40B4-BE49-F238E27FC236}">
                <a16:creationId xmlns:a16="http://schemas.microsoft.com/office/drawing/2014/main" id="{ABB56DF8-EE1F-796E-6F32-9E5DAC64AE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1336" y="2713389"/>
            <a:ext cx="5157787" cy="256872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CF08F4D-FFFB-3032-785D-6EDF838CA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LLM - LLAMA</a:t>
            </a:r>
          </a:p>
        </p:txBody>
      </p:sp>
      <p:pic>
        <p:nvPicPr>
          <p:cNvPr id="21" name="Content Placeholder 20" descr="A group of blue bars&#10;&#10;AI-generated content may be incorrect.">
            <a:extLst>
              <a:ext uri="{FF2B5EF4-FFF2-40B4-BE49-F238E27FC236}">
                <a16:creationId xmlns:a16="http://schemas.microsoft.com/office/drawing/2014/main" id="{39B09387-0516-3514-FCF5-1E79FBC31BE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1669" y="2713521"/>
            <a:ext cx="5183189" cy="25828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B612F-1830-FBA8-E82B-6CAFB2BAF7D5}"/>
              </a:ext>
            </a:extLst>
          </p:cNvPr>
          <p:cNvSpPr txBox="1"/>
          <p:nvPr/>
        </p:nvSpPr>
        <p:spPr>
          <a:xfrm>
            <a:off x="597005" y="5561977"/>
            <a:ext cx="10744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In terms of BLEU and ROUGE scores, prompt tuned version performs best for both.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 LLM-as-a-judge metrics, it's hard to choose between prompt-tuned &amp; MediSyn</a:t>
            </a:r>
          </a:p>
        </p:txBody>
      </p:sp>
    </p:spTree>
    <p:extLst>
      <p:ext uri="{BB962C8B-B14F-4D97-AF65-F5344CB8AC3E}">
        <p14:creationId xmlns:p14="http://schemas.microsoft.com/office/powerpoint/2010/main" val="3414537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38C2D-8AA1-DC4A-B5AD-30C13C0B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2D517FF8-D2B0-542E-E16E-326033DB3ADA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8810D-CEFC-9DB3-1DCB-6C282997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(Quantitative Analysis)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6E097-F08C-037D-FC12-02CE1DFFE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MANUAL</a:t>
            </a:r>
          </a:p>
        </p:txBody>
      </p:sp>
      <p:pic>
        <p:nvPicPr>
          <p:cNvPr id="9" name="Content Placeholder 8" descr="A group of blue bars&#10;&#10;AI-generated content may be incorrect.">
            <a:extLst>
              <a:ext uri="{FF2B5EF4-FFF2-40B4-BE49-F238E27FC236}">
                <a16:creationId xmlns:a16="http://schemas.microsoft.com/office/drawing/2014/main" id="{58079700-8939-5055-8BC7-0C52441A40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" y="2735100"/>
            <a:ext cx="5157787" cy="257561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C8C75C-55B5-C185-8004-7A99975E7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/>
              <a:t>Llm</a:t>
            </a:r>
            <a:r>
              <a:rPr lang="en-US"/>
              <a:t> - </a:t>
            </a:r>
            <a:r>
              <a:rPr lang="en-US" err="1"/>
              <a:t>cLAUDE</a:t>
            </a:r>
          </a:p>
        </p:txBody>
      </p:sp>
      <p:pic>
        <p:nvPicPr>
          <p:cNvPr id="8" name="Content Placeholder 7" descr="A group of blue bars&#10;&#10;AI-generated content may be incorrect.">
            <a:extLst>
              <a:ext uri="{FF2B5EF4-FFF2-40B4-BE49-F238E27FC236}">
                <a16:creationId xmlns:a16="http://schemas.microsoft.com/office/drawing/2014/main" id="{89B55727-77A5-0CE6-1376-3E415333EF9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199" y="2727112"/>
            <a:ext cx="5183189" cy="259159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8F4A91-0799-551B-6AE0-AD7394FCA296}"/>
              </a:ext>
            </a:extLst>
          </p:cNvPr>
          <p:cNvSpPr txBox="1"/>
          <p:nvPr/>
        </p:nvSpPr>
        <p:spPr>
          <a:xfrm>
            <a:off x="597005" y="5561977"/>
            <a:ext cx="10744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In terms of BLEU and ROUGE scores, surprisingly, base model performs the best.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 LLM-as-a-judge metrics, for manual data preparation, it's hard to choose between base version and </a:t>
            </a:r>
            <a:r>
              <a:rPr lang="en-US" err="1"/>
              <a:t>MediSyn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For LLM prepared data, </a:t>
            </a:r>
            <a:r>
              <a:rPr lang="en-US" err="1"/>
              <a:t>MediSyn</a:t>
            </a:r>
            <a:r>
              <a:rPr lang="en-US"/>
              <a:t> is the clear winner.</a:t>
            </a:r>
          </a:p>
        </p:txBody>
      </p:sp>
    </p:spTree>
    <p:extLst>
      <p:ext uri="{BB962C8B-B14F-4D97-AF65-F5344CB8AC3E}">
        <p14:creationId xmlns:p14="http://schemas.microsoft.com/office/powerpoint/2010/main" val="3899557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CC420-43EF-3FCC-E793-7FB0FE5C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394D4399-5EF0-C4B0-1824-68C952724569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B04FD-1248-5D17-4866-34740262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(Quantitative Analysis)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13C64-36F7-FEA6-A653-6BE83EC3B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MANUAL</a:t>
            </a:r>
          </a:p>
        </p:txBody>
      </p:sp>
      <p:pic>
        <p:nvPicPr>
          <p:cNvPr id="8" name="Content Placeholder 7" descr="A group of blue bars&#10;&#10;AI-generated content may be incorrect.">
            <a:extLst>
              <a:ext uri="{FF2B5EF4-FFF2-40B4-BE49-F238E27FC236}">
                <a16:creationId xmlns:a16="http://schemas.microsoft.com/office/drawing/2014/main" id="{DBA21DA8-CB23-9056-A701-15C0A9B0CC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" y="2750941"/>
            <a:ext cx="5157787" cy="2588758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B70C44-4D5E-0A45-5F00-6D4646DD2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/>
              <a:t>Llm</a:t>
            </a:r>
            <a:r>
              <a:rPr lang="en-US"/>
              <a:t> -  GPT4o</a:t>
            </a:r>
          </a:p>
        </p:txBody>
      </p:sp>
      <p:pic>
        <p:nvPicPr>
          <p:cNvPr id="9" name="Content Placeholder 8" descr="A group of blue bars with white text&#10;&#10;AI-generated content may be incorrect.">
            <a:extLst>
              <a:ext uri="{FF2B5EF4-FFF2-40B4-BE49-F238E27FC236}">
                <a16:creationId xmlns:a16="http://schemas.microsoft.com/office/drawing/2014/main" id="{74000962-7871-444D-EA8D-A0EEB5A56F6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199" y="2766422"/>
            <a:ext cx="5183189" cy="255779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A4B3AC-F41D-A81E-94B7-6BF474C07012}"/>
              </a:ext>
            </a:extLst>
          </p:cNvPr>
          <p:cNvSpPr txBox="1"/>
          <p:nvPr/>
        </p:nvSpPr>
        <p:spPr>
          <a:xfrm>
            <a:off x="608210" y="5561977"/>
            <a:ext cx="109122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For BLEU and ROUGE scores, we see a drop in </a:t>
            </a:r>
            <a:r>
              <a:rPr lang="en-US" err="1"/>
              <a:t>MediSyn's</a:t>
            </a:r>
            <a:r>
              <a:rPr lang="en-US"/>
              <a:t> performance.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 LLM-as-a-judge, </a:t>
            </a:r>
            <a:r>
              <a:rPr lang="en-US" err="1"/>
              <a:t>MediSyn</a:t>
            </a:r>
            <a:r>
              <a:rPr lang="en-US"/>
              <a:t> is the best for manual data, while Prompt-tuning takes it for LLM data.</a:t>
            </a:r>
          </a:p>
        </p:txBody>
      </p:sp>
    </p:spTree>
    <p:extLst>
      <p:ext uri="{BB962C8B-B14F-4D97-AF65-F5344CB8AC3E}">
        <p14:creationId xmlns:p14="http://schemas.microsoft.com/office/powerpoint/2010/main" val="136919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E0F2E-4AD5-9437-6482-FA5F2150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2F92E5F0-2010-BF29-7427-F3399E04B9AD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637BF-9E5E-ED16-B230-90ACE940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(Qualitative Analysis)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78F62-256D-E1AC-3794-D65FFD582EA7}"/>
              </a:ext>
            </a:extLst>
          </p:cNvPr>
          <p:cNvSpPr txBox="1"/>
          <p:nvPr/>
        </p:nvSpPr>
        <p:spPr>
          <a:xfrm>
            <a:off x="770753" y="1438658"/>
            <a:ext cx="10656756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200" b="1"/>
              <a:t>MANUAL Llama: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Baseline llama lacks role attribution and shows redundancy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Prompt-tuned improves clarity and IPE alignment with role specific structuring (best)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err="1"/>
              <a:t>Medisyn</a:t>
            </a:r>
            <a:r>
              <a:rPr lang="en-US" sz="1200"/>
              <a:t> gives polished but organized into discipline-based sections not individual roles</a:t>
            </a:r>
          </a:p>
          <a:p>
            <a:pPr marL="285750" indent="-285750">
              <a:buFont typeface="Arial"/>
              <a:buChar char="•"/>
            </a:pPr>
            <a:r>
              <a:rPr lang="en-US" sz="1200" b="1"/>
              <a:t>MANUAL Claude: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Baseline </a:t>
            </a:r>
            <a:r>
              <a:rPr lang="en-US" sz="1200" err="1"/>
              <a:t>claude</a:t>
            </a:r>
            <a:r>
              <a:rPr lang="en-US" sz="1200"/>
              <a:t> lacks role attribution; like a clinical summary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Prompt-tuning Improves role level clarity and IPE alignment, although verbose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err="1"/>
              <a:t>Medisyn</a:t>
            </a:r>
            <a:r>
              <a:rPr lang="en-US" sz="1200"/>
              <a:t> Claude improves cohesiveness and reduces verbosity (best)</a:t>
            </a:r>
          </a:p>
          <a:p>
            <a:pPr marL="285750" indent="-285750">
              <a:buFont typeface="Arial"/>
              <a:buChar char="•"/>
            </a:pPr>
            <a:r>
              <a:rPr lang="en-US" sz="1200" b="1"/>
              <a:t>MANUAL GPT: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Baseline is concise but lacks apt roles. Has roles like "frequency", "goals", "purpose".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Prompt-tuned response is quite good and hits all the checkmarks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err="1"/>
              <a:t>Medisyn</a:t>
            </a:r>
            <a:r>
              <a:rPr lang="en-US" sz="1200"/>
              <a:t> performs even better with better tonality and an addition of "Overall coordination and follow-up" (best)</a:t>
            </a:r>
          </a:p>
          <a:p>
            <a:endParaRPr lang="en-US" sz="1200"/>
          </a:p>
        </p:txBody>
      </p:sp>
      <p:pic>
        <p:nvPicPr>
          <p:cNvPr id="9" name="Picture 8" descr="A black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C7395AB2-B4AA-84D2-28BE-2B51B1E1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9" y="3871598"/>
            <a:ext cx="10812163" cy="28012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F10CC9-7E6E-3C29-E69A-9DFC69C432C3}"/>
                  </a:ext>
                </a:extLst>
              </p14:cNvPr>
              <p14:cNvContentPartPr/>
              <p14:nvPr/>
            </p14:nvContentPartPr>
            <p14:xfrm>
              <a:off x="4737183" y="4585376"/>
              <a:ext cx="2326481" cy="349798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F10CC9-7E6E-3C29-E69A-9DFC69C432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9187" y="4567382"/>
                <a:ext cx="2362112" cy="385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4809106-0D41-E9F5-7180-E40E65779D09}"/>
                  </a:ext>
                </a:extLst>
              </p14:cNvPr>
              <p14:cNvContentPartPr/>
              <p14:nvPr/>
            </p14:nvContentPartPr>
            <p14:xfrm>
              <a:off x="7217069" y="4950973"/>
              <a:ext cx="1709929" cy="235436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4809106-0D41-E9F5-7180-E40E65779D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9070" y="4933001"/>
                <a:ext cx="1745568" cy="2710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609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F72DA-809C-429B-1660-D8DCF378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C6694B18-DF67-E7A6-108C-9107B5098F00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1BF9B-D342-D148-FF2F-DEED1F2C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MediSyn</a:t>
            </a:r>
            <a:r>
              <a:rPr lang="en-US"/>
              <a:t>: Results (Qualitative Analysis)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5E621-B396-BF82-66BA-4D8E6CAFE903}"/>
              </a:ext>
            </a:extLst>
          </p:cNvPr>
          <p:cNvSpPr txBox="1"/>
          <p:nvPr/>
        </p:nvSpPr>
        <p:spPr>
          <a:xfrm>
            <a:off x="770753" y="1438658"/>
            <a:ext cx="10656756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200" b="1"/>
              <a:t>LLM Llama: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Baseline llama  covered the core roles(SLP, Audiologist) but adds unnecessary sections ("Developmental Monitoring"); lacks nuance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Prompt-tuned shows clear roles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err="1"/>
              <a:t>Medisyn</a:t>
            </a:r>
            <a:r>
              <a:rPr lang="en-US" sz="1200"/>
              <a:t> gives structured, role-specific and comprehensive responses (some </a:t>
            </a:r>
            <a:r>
              <a:rPr lang="en-US" sz="1200" err="1"/>
              <a:t>over-elaboration</a:t>
            </a:r>
            <a:r>
              <a:rPr lang="en-US" sz="1200"/>
              <a:t>) (best)</a:t>
            </a:r>
          </a:p>
          <a:p>
            <a:pPr marL="285750" indent="-285750">
              <a:buFont typeface="Arial"/>
              <a:buChar char="•"/>
            </a:pPr>
            <a:r>
              <a:rPr lang="en-US" sz="1200" b="1"/>
              <a:t>LLM Claude: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Baseline </a:t>
            </a:r>
            <a:r>
              <a:rPr lang="en-US" sz="1200" err="1"/>
              <a:t>claude</a:t>
            </a:r>
            <a:r>
              <a:rPr lang="en-US" sz="1200"/>
              <a:t> lacks role segmentation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Prompt-tuning introduces roles although slightly redundant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err="1"/>
              <a:t>Medisyn</a:t>
            </a:r>
            <a:r>
              <a:rPr lang="en-US" sz="1200"/>
              <a:t> Claude is domain specific, has actionable strategies and collaborative, tone is empathetic (best)</a:t>
            </a:r>
          </a:p>
          <a:p>
            <a:pPr marL="285750" indent="-285750">
              <a:buFont typeface="Arial"/>
              <a:buChar char="•"/>
            </a:pPr>
            <a:r>
              <a:rPr lang="en-US" sz="1200" b="1"/>
              <a:t>LLM GPT: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Baseline lacks role-specificity; vague recommendations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/>
              <a:t>Prompt-tuned response is role-specific but very compressed and non-elaborative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200" err="1"/>
              <a:t>Medisyn</a:t>
            </a:r>
            <a:r>
              <a:rPr lang="en-US" sz="1200"/>
              <a:t> gives great interprofessional depth, even combines overlapping roles to present singular solution (best)</a:t>
            </a:r>
          </a:p>
          <a:p>
            <a:endParaRPr lang="en-US" sz="1200"/>
          </a:p>
        </p:txBody>
      </p:sp>
      <p:pic>
        <p:nvPicPr>
          <p:cNvPr id="3" name="Picture 2" descr="A black and green screen with white text&#10;&#10;AI-generated content may be incorrect.">
            <a:extLst>
              <a:ext uri="{FF2B5EF4-FFF2-40B4-BE49-F238E27FC236}">
                <a16:creationId xmlns:a16="http://schemas.microsoft.com/office/drawing/2014/main" id="{8A5383D5-C6BB-0EB8-01C5-2D22665A4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62" y="4242766"/>
            <a:ext cx="10649186" cy="25117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A27F64-5BDB-D051-375A-13311E64E288}"/>
                  </a:ext>
                </a:extLst>
              </p14:cNvPr>
              <p14:cNvContentPartPr/>
              <p14:nvPr/>
            </p14:nvContentPartPr>
            <p14:xfrm>
              <a:off x="2145257" y="4382451"/>
              <a:ext cx="848060" cy="233909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A27F64-5BDB-D051-375A-13311E64E2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7267" y="4364486"/>
                <a:ext cx="883681" cy="2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572D56-2D20-F68D-DA09-10E7D8E4C9F5}"/>
                  </a:ext>
                </a:extLst>
              </p14:cNvPr>
              <p14:cNvContentPartPr/>
              <p14:nvPr/>
            </p14:nvContentPartPr>
            <p14:xfrm>
              <a:off x="2736660" y="4684309"/>
              <a:ext cx="698847" cy="57113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572D56-2D20-F68D-DA09-10E7D8E4C9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8667" y="4666461"/>
                <a:ext cx="734473" cy="92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E4FE69-C19A-5867-7779-D3E61F53B260}"/>
                  </a:ext>
                </a:extLst>
              </p14:cNvPr>
              <p14:cNvContentPartPr/>
              <p14:nvPr/>
            </p14:nvContentPartPr>
            <p14:xfrm>
              <a:off x="1433610" y="4860216"/>
              <a:ext cx="899894" cy="171221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E4FE69-C19A-5867-7779-D3E61F53B2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15612" y="4842268"/>
                <a:ext cx="935530" cy="206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53F928B-434A-36D3-D21E-251F770BE840}"/>
                  </a:ext>
                </a:extLst>
              </p14:cNvPr>
              <p14:cNvContentPartPr/>
              <p14:nvPr/>
            </p14:nvContentPartPr>
            <p14:xfrm>
              <a:off x="3874251" y="5008233"/>
              <a:ext cx="5636" cy="5636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53F928B-434A-36D3-D21E-251F770BE8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33351" y="4867333"/>
                <a:ext cx="281800" cy="2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B4F1B52-EC72-D9FF-DB5B-B223B84473AC}"/>
                  </a:ext>
                </a:extLst>
              </p14:cNvPr>
              <p14:cNvContentPartPr/>
              <p14:nvPr/>
            </p14:nvContentPartPr>
            <p14:xfrm>
              <a:off x="3865233" y="5003724"/>
              <a:ext cx="2164170" cy="18232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B4F1B52-EC72-D9FF-DB5B-B223B84473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6235" y="4994959"/>
                <a:ext cx="2181806" cy="354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3676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6D2C7-CB17-1C16-3ED6-C2979C06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2774AA5B-83B4-9006-B9EF-9B57FC8C9743}"/>
              </a:ext>
            </a:extLst>
          </p:cNvPr>
          <p:cNvSpPr/>
          <p:nvPr/>
        </p:nvSpPr>
        <p:spPr>
          <a:xfrm rot="10800000">
            <a:off x="-1573" y="324547"/>
            <a:ext cx="12198373" cy="1119724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787BA-55B2-7FCA-1D5D-C9A72D7E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822CB-4F36-C0BE-B736-C2DA5E21D5B9}"/>
              </a:ext>
            </a:extLst>
          </p:cNvPr>
          <p:cNvSpPr txBox="1"/>
          <p:nvPr/>
        </p:nvSpPr>
        <p:spPr>
          <a:xfrm>
            <a:off x="770753" y="1714745"/>
            <a:ext cx="1065675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Quantitative results are confusing and suggests that maybe just a prompt-tuning is sufficient.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Qualitative results make it clear that the Agentic system- </a:t>
            </a:r>
            <a:r>
              <a:rPr lang="en-US" err="1">
                <a:ea typeface="+mn-lt"/>
                <a:cs typeface="+mn-lt"/>
              </a:rPr>
              <a:t>MediSyn</a:t>
            </a:r>
            <a:r>
              <a:rPr lang="en-US">
                <a:ea typeface="+mn-lt"/>
                <a:cs typeface="+mn-lt"/>
              </a:rPr>
              <a:t> gives the best results.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i="1">
                <a:ea typeface="+mn-lt"/>
                <a:cs typeface="+mn-lt"/>
              </a:rPr>
              <a:t>To what extent should we rely on traditional quantitative metrics when evaluating clinical reasoning outputs, and when should human-aligned criteria take precedence? </a:t>
            </a:r>
            <a:endParaRPr lang="en-US" i="1"/>
          </a:p>
          <a:p>
            <a:pPr marL="285750" indent="-285750">
              <a:buFont typeface="Arial"/>
              <a:buChar char="•"/>
            </a:pPr>
            <a:endParaRPr lang="en-US" i="1"/>
          </a:p>
          <a:p>
            <a:pPr marL="285750" indent="-285750">
              <a:buFont typeface="Arial"/>
              <a:buChar char="•"/>
            </a:pPr>
            <a:r>
              <a:rPr lang="en-US"/>
              <a:t>In order to actually verify the treatment plan's efficiency, real human profession-specific analysis would be required.</a:t>
            </a:r>
          </a:p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6341AD8-D681-782B-A661-E530FA7BECB1}"/>
                  </a:ext>
                </a:extLst>
              </p14:cNvPr>
              <p14:cNvContentPartPr/>
              <p14:nvPr/>
            </p14:nvContentPartPr>
            <p14:xfrm>
              <a:off x="3874251" y="5008233"/>
              <a:ext cx="5636" cy="5636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6341AD8-D681-782B-A661-E530FA7BEC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3351" y="4867333"/>
                <a:ext cx="281800" cy="2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4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5E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3219B-53A3-605C-0E22-8FEFDCE1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DD16871A-AC30-5FD5-E6E6-EDE9185836D3}"/>
              </a:ext>
            </a:extLst>
          </p:cNvPr>
          <p:cNvSpPr/>
          <p:nvPr/>
        </p:nvSpPr>
        <p:spPr>
          <a:xfrm rot="10800000">
            <a:off x="-1573" y="1879439"/>
            <a:ext cx="12198373" cy="2077373"/>
          </a:xfrm>
          <a:prstGeom prst="flowChartPunchedTape">
            <a:avLst/>
          </a:prstGeom>
          <a:solidFill>
            <a:schemeClr val="bg2">
              <a:lumMod val="90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3432F-450A-EC5D-43AF-6CFCDE3A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07" y="2741964"/>
            <a:ext cx="10653578" cy="1132258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Cavolini"/>
                <a:cs typeface="Biome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17760350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VanillaVTI</vt:lpstr>
      <vt:lpstr>MediSyn/BRIDGE </vt:lpstr>
      <vt:lpstr>IDEA</vt:lpstr>
      <vt:lpstr>Current Issues</vt:lpstr>
      <vt:lpstr>OVERVIEW</vt:lpstr>
      <vt:lpstr>BRIDGE- Architecture</vt:lpstr>
      <vt:lpstr>BRIDGE- Professions</vt:lpstr>
      <vt:lpstr>BRIDGE Webapp</vt:lpstr>
      <vt:lpstr>MediSyn</vt:lpstr>
      <vt:lpstr>MediSyn: Process</vt:lpstr>
      <vt:lpstr>MediSyn: Data Extraction</vt:lpstr>
      <vt:lpstr>MediSyn: Raw Data</vt:lpstr>
      <vt:lpstr>MediSyn: Extracted Data</vt:lpstr>
      <vt:lpstr>MediSyn: Approaches</vt:lpstr>
      <vt:lpstr>MediSyn: Architecture</vt:lpstr>
      <vt:lpstr>MediSyn: Evaluation</vt:lpstr>
      <vt:lpstr>MediSyn: Results (Data Preparation)</vt:lpstr>
      <vt:lpstr>MediSyn: Results (Quantitative Analysis)</vt:lpstr>
      <vt:lpstr>MediSyn: Results (Quantitative Analysis)</vt:lpstr>
      <vt:lpstr>MediSyn: Results (Quantitative Analysis)</vt:lpstr>
      <vt:lpstr>MediSyn: Results (Quantitative Analysis)</vt:lpstr>
      <vt:lpstr>MediSyn: Results (Qualitative Analysis)</vt:lpstr>
      <vt:lpstr>MediSyn: Results (Qualitative Analysis)</vt:lpstr>
      <vt:lpstr>Conclusion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2025-03-17T23:44:26Z</dcterms:created>
  <dcterms:modified xsi:type="dcterms:W3CDTF">2025-04-29T21:18:39Z</dcterms:modified>
</cp:coreProperties>
</file>